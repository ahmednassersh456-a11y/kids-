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1188720"/>
          </a:xfrm>
          <a:prstGeom prst="roundRect">
            <a:avLst/>
          </a:prstGeom>
          <a:solidFill>
            <a:srgbClr val="FF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🧠 Brain Boosters for Kids!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45000"/>
                </a:solidFill>
              </a:rPr>
              <a:t>Ages 3 –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8046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01E00"/>
                </a:solidFill>
              </a:rPr>
              <a:t>✨ What's Inside 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C3C78"/>
                </a:solidFill>
              </a:rPr>
              <a:t>🍎  Count the Fruits
🔷  Match the Shapes
🔤  Find the Letter B
🦁  Odd One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6060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C3C78"/>
                </a:solidFill>
              </a:rPr>
              <a:t>✏️  Trace the Letters
📏  Tall or Short?
🔢  Connect the Dots
🔡  Fill the Letter
🌟  Star Certificate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66400"/>
                </a:solidFill>
              </a:rPr>
              <a:t>Fun Pre-K Learning Activities  🌈  Ages 3–5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F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64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🍎 Count the Fruits!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C783C"/>
                </a:solidFill>
              </a:rPr>
              <a:t>How many do you see? Write the number in the box!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9202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</a:rPr>
              <a:t>🍎🍎🍎🍎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</a:rPr>
              <a:t>Apples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566160"/>
            <a:ext cx="1097280" cy="594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6464"/>
                </a:solidFill>
              </a:rPr>
              <a:t>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737360"/>
            <a:ext cx="19202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8288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</a:rPr>
              <a:t>🍌🍌🍌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154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</a:rPr>
              <a:t>Bananas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566160"/>
            <a:ext cx="1097280" cy="594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3611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6464"/>
                </a:solidFill>
              </a:rPr>
              <a:t>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737360"/>
            <a:ext cx="19202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</a:rPr>
              <a:t>🍓🍓🍓🍓🍓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54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</a:rPr>
              <a:t>Berries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3566160"/>
            <a:ext cx="1097280" cy="594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611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6464"/>
                </a:solidFill>
              </a:rPr>
              <a:t>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737360"/>
            <a:ext cx="19202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18288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</a:rPr>
              <a:t>🍇🍇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154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5050"/>
                </a:solidFill>
              </a:rPr>
              <a:t>Grapes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566160"/>
            <a:ext cx="1097280" cy="594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611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6464"/>
                </a:solidFill>
              </a:rPr>
              <a:t>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A064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50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🔷 Match the Shapes!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C3CA0"/>
                </a:solidFill>
              </a:rPr>
              <a:t>Draw a line from each shape to its correct name!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46304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0000"/>
                </a:solidFill>
              </a:rPr>
              <a:t>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155448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8366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3CA0"/>
                </a:solidFill>
              </a:rPr>
              <a:t>Triangle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46304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0000"/>
                </a:solidFill>
              </a:rPr>
              <a:t>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560320"/>
            <a:ext cx="155448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70662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3CA0"/>
                </a:solidFill>
              </a:rPr>
              <a:t>Star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46304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0000"/>
                </a:solidFill>
              </a:rPr>
              <a:t>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383280"/>
            <a:ext cx="155448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52958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3CA0"/>
                </a:solidFill>
              </a:rPr>
              <a:t>Rectangle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46304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0000"/>
                </a:solidFill>
              </a:rPr>
              <a:t>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4206240"/>
            <a:ext cx="155448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435254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3CA0"/>
                </a:solidFill>
              </a:rPr>
              <a:t>Circle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46304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023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0000"/>
                </a:solidFill>
              </a:rPr>
              <a:t>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5029200"/>
            <a:ext cx="1554480" cy="658368"/>
          </a:xfrm>
          <a:prstGeom prst="roundRect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51755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3CA0"/>
                </a:solidFill>
              </a:rPr>
              <a:t>Square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50B4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DC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🔤 Find the Letter B!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5014"/>
                </a:solidFill>
              </a:rPr>
              <a:t>Circle all the letter  B  you can find!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296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7256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2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04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8296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2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4424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05050"/>
                </a:solidFill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3232"/>
                </a:solidFill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5014"/>
                </a:solidFill>
              </a:rPr>
              <a:t>I found _______ letter B's!   (Hint: there are 9! 🎉)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46428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C8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🦁 Odd One Out!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2864"/>
                </a:solidFill>
              </a:rPr>
              <a:t>Circle the one that does NOT belong in each row!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8046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92807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0000"/>
                </a:solidFill>
              </a:rPr>
              <a:t>🐶  🐱  🐭  🐻  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842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B4B4"/>
                </a:solidFill>
              </a:rPr>
              <a:t>🍕 doesn't belong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8046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98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0000"/>
                </a:solidFill>
              </a:rPr>
              <a:t>🍎  🍌  🍓  ✏️  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900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B4B4"/>
                </a:solidFill>
              </a:rPr>
              <a:t>✏️ doesn't belong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0448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0000"/>
                </a:solidFill>
              </a:rPr>
              <a:t>🚗  🚌  ✈️  🚂  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959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B4B4"/>
                </a:solidFill>
              </a:rPr>
              <a:t>🌸 doesn't belong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8046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1032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0000"/>
                </a:solidFill>
              </a:rPr>
              <a:t>🔴  🔵  🟡  🟢  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017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B4B4"/>
                </a:solidFill>
              </a:rPr>
              <a:t>🐘 doesn't belong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3C78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3C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✏️ Trace the Letters!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88C50"/>
                </a:solidFill>
              </a:rPr>
              <a:t>Trace over each dotted letter with your pencil or crayon!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9202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645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C8C8C8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8C64"/>
                </a:solidFill>
              </a:rPr>
              <a:t>Trace 'A'! ✏️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1737360"/>
            <a:ext cx="19202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199" y="1828800"/>
            <a:ext cx="1645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C8C8C8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8C64"/>
                </a:solidFill>
              </a:rPr>
              <a:t>Trace 'B'! ✏️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737360"/>
            <a:ext cx="19202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828800"/>
            <a:ext cx="1645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C8C8C8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8C64"/>
                </a:solidFill>
              </a:rPr>
              <a:t>Trace 'C'! ✏️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79" y="1737360"/>
            <a:ext cx="19202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828800"/>
            <a:ext cx="1645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C8C8C8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19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8C64"/>
                </a:solidFill>
              </a:rPr>
              <a:t>Trace 'D'! ✏️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A064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C8A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📏 Tall or Short?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C6E00"/>
                </a:solidFill>
              </a:rPr>
              <a:t>Circle the TALLER one in each box!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3736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🦒 Giraffe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5059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6400"/>
                </a:solidFill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🐶 Dog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73736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8470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🌳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5059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6400"/>
                </a:solidFill>
              </a:rPr>
              <a:t>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346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🌸 Flower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470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🏢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45059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6400"/>
                </a:solidFill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346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🏠 House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93192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👨 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451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6400"/>
                </a:solidFill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👶 Baby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93192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⛰️ Mountain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6451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6400"/>
                </a:solidFill>
              </a:rP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029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🏔️ Hill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931920"/>
            <a:ext cx="26517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🚀 Rocket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6451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6400"/>
                </a:solidFill>
              </a:rPr>
              <a:t>VS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29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C3C3C"/>
                </a:solidFill>
              </a:rPr>
              <a:t>🚗 Car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8200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D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🔢 Connect the Dots!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32B4"/>
                </a:solidFill>
              </a:rPr>
              <a:t>Connect the dots from 1 to 10 to reveal the hidden picture!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9151" y="3639312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39" y="36758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9312" y="1627632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6420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352" y="1810512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8470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2907791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94436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8112" y="4096512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41330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4553712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5902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9232" y="4370832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40740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93391" y="3639312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79" y="36758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10512" y="2724912"/>
            <a:ext cx="402336" cy="402336"/>
          </a:xfrm>
          <a:prstGeom prst="round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7614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303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A32B4"/>
                </a:solidFill>
              </a:rPr>
              <a:t>What did you draw? ____________________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46C8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32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🔡 Fill in the Missing Letter!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6EB4"/>
                </a:solidFill>
              </a:rPr>
              <a:t>Write the missing letter in each blank!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92807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23296"/>
                </a:solidFill>
              </a:rPr>
              <a:t>A   B   ___   D   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6148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23296"/>
                </a:solidFill>
              </a:rPr>
              <a:t>F   ___   H   I   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3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3016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23296"/>
                </a:solidFill>
              </a:rPr>
              <a:t>K   L   M   ___   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9884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23296"/>
                </a:solidFill>
              </a:rPr>
              <a:t>P   Q   ___   S   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2578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67528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23296"/>
                </a:solidFill>
              </a:rPr>
              <a:t>U   V   W   ___  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78BE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8412480" cy="822960"/>
          </a:xfrm>
          <a:prstGeom prst="roundRect">
            <a:avLst/>
          </a:prstGeom>
          <a:solidFill>
            <a:srgbClr val="DC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🔊 What Sound Does It Start With?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5A14"/>
                </a:solidFill>
              </a:rPr>
              <a:t>Draw a line from the picture to the letter it starts with!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3774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</a:rPr>
              <a:t>🍎  Apple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11887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1051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45000"/>
                </a:solidFill>
              </a:rPr>
              <a:t>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78608"/>
            <a:ext cx="23774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</a:rPr>
              <a:t>⚽  Ball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78608"/>
            <a:ext cx="11887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651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45000"/>
                </a:solidFill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19856"/>
            <a:ext cx="23774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95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</a:rPr>
              <a:t>🐱  Cat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19856"/>
            <a:ext cx="11887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49300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45000"/>
                </a:solidFill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61104"/>
            <a:ext cx="23774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708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</a:rPr>
              <a:t>🐶  Dog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61104"/>
            <a:ext cx="11887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33425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45000"/>
                </a:solidFill>
              </a:rP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02352"/>
            <a:ext cx="23774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12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3C3C"/>
                </a:solidFill>
              </a:rPr>
              <a:t>☀️  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102352"/>
            <a:ext cx="11887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17550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45000"/>
                </a:solidFill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46E1E"/>
                </a:solidFill>
              </a:rPr>
              <a:t>🌟 Fun Learning for Little Ones  🌈  Pre-K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8595360" cy="6400800"/>
          </a:xfrm>
          <a:prstGeom prst="roundRect">
            <a:avLst/>
          </a:prstGeom>
          <a:solidFill>
            <a:srgbClr val="FF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8138160" cy="6035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9600"/>
                </a:solidFill>
              </a:rPr>
              <a:t>🌟  Super Brain Booster!  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C800"/>
                </a:solidFill>
              </a:rPr>
              <a:t>✨ ✨ ✨ ✨ ✨ ✨ ✨ ✨ ✨ 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6464"/>
                </a:solidFill>
              </a:rPr>
              <a:t>This certificate is proudly awarded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05050"/>
                </a:solidFill>
              </a:rPr>
              <a:t>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46464"/>
                </a:solidFill>
              </a:rPr>
              <a:t>for completing all Brain Booster activities! 🎉🎊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66400"/>
                </a:solidFill>
              </a:rPr>
              <a:t>My Scores 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86200"/>
            <a:ext cx="2468880" cy="658368"/>
          </a:xfrm>
          <a:prstGeom prst="roundRect">
            <a:avLst/>
          </a:prstGeom>
          <a:solidFill>
            <a:srgbClr val="FFF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410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5000"/>
                </a:solidFill>
              </a:rPr>
              <a:t>Counting 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336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</a:rPr>
              <a:t>⭐ ⭐ ⭐ ⭐ 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886200"/>
            <a:ext cx="2468880" cy="658368"/>
          </a:xfrm>
          <a:prstGeom prst="roundRect">
            <a:avLst/>
          </a:prstGeom>
          <a:solidFill>
            <a:srgbClr val="FFF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9410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5000"/>
                </a:solidFill>
              </a:rPr>
              <a:t>Shapes 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2336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</a:rPr>
              <a:t>⭐ ⭐ ⭐ ⭐ 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2468880" cy="658368"/>
          </a:xfrm>
          <a:prstGeom prst="roundRect">
            <a:avLst/>
          </a:prstGeom>
          <a:solidFill>
            <a:srgbClr val="FFF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9410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5000"/>
                </a:solidFill>
              </a:rPr>
              <a:t>Letters 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2336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</a:rPr>
              <a:t>⭐ ⭐ ⭐ ⭐ 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90872"/>
            <a:ext cx="2468880" cy="658368"/>
          </a:xfrm>
          <a:prstGeom prst="roundRect">
            <a:avLst/>
          </a:prstGeom>
          <a:solidFill>
            <a:srgbClr val="FFF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45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5000"/>
                </a:solidFill>
              </a:rPr>
              <a:t>Patterns 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38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</a:rPr>
              <a:t>⭐ ⭐ ⭐ ⭐ 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690872"/>
            <a:ext cx="2468880" cy="658368"/>
          </a:xfrm>
          <a:prstGeom prst="roundRect">
            <a:avLst/>
          </a:prstGeom>
          <a:solidFill>
            <a:srgbClr val="FFF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745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5000"/>
                </a:solidFill>
              </a:rPr>
              <a:t>Tracing ✏️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038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</a:rPr>
              <a:t>⭐ ⭐ ⭐ ⭐ 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90872"/>
            <a:ext cx="2468880" cy="658368"/>
          </a:xfrm>
          <a:prstGeom prst="roundRect">
            <a:avLst/>
          </a:prstGeom>
          <a:solidFill>
            <a:srgbClr val="FFF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745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5000"/>
                </a:solidFill>
              </a:rPr>
              <a:t>Sounds 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038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C8C8"/>
                </a:solidFill>
              </a:rPr>
              <a:t>⭐ ⭐ ⭐ ⭐ 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48200"/>
                </a:solidFill>
              </a:rPr>
              <a:t>🎉  Amazing Work! You're a Brain Booster Star! 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