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57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FFE5CC">
              <a:alpha val="45000"/>
            </a:srgbClr>
          </a:solidFill>
          <a:ln w="12700">
            <a:solidFill>
              <a:srgbClr val="FFE5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548640" y="320040"/>
            <a:ext cx="11064240" cy="1554480"/>
          </a:xfrm>
          <a:prstGeom prst="roundRect">
            <a:avLst>
              <a:gd name="adj" fmla="val 8824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548640" y="3657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🎉 Fun Learning Games for Kids!</a:t>
            </a:r>
            <a:endParaRPr lang="en-US" sz="4200" dirty="0"/>
          </a:p>
        </p:txBody>
      </p:sp>
      <p:sp>
        <p:nvSpPr>
          <p:cNvPr id="394" name="Text 392"/>
          <p:cNvSpPr/>
          <p:nvPr/>
        </p:nvSpPr>
        <p:spPr>
          <a:xfrm>
            <a:off x="4572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🌟</a:t>
            </a:r>
            <a:endParaRPr lang="en-US" sz="3400" dirty="0"/>
          </a:p>
        </p:txBody>
      </p:sp>
      <p:sp>
        <p:nvSpPr>
          <p:cNvPr id="395" name="Text 393"/>
          <p:cNvSpPr/>
          <p:nvPr/>
        </p:nvSpPr>
        <p:spPr>
          <a:xfrm>
            <a:off x="20574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🐱</a:t>
            </a:r>
            <a:endParaRPr lang="en-US" sz="3400" dirty="0"/>
          </a:p>
        </p:txBody>
      </p:sp>
      <p:sp>
        <p:nvSpPr>
          <p:cNvPr id="396" name="Text 394"/>
          <p:cNvSpPr/>
          <p:nvPr/>
        </p:nvSpPr>
        <p:spPr>
          <a:xfrm>
            <a:off x="36576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🌈</a:t>
            </a:r>
            <a:endParaRPr lang="en-US" sz="3400" dirty="0"/>
          </a:p>
        </p:txBody>
      </p:sp>
      <p:sp>
        <p:nvSpPr>
          <p:cNvPr id="397" name="Text 395"/>
          <p:cNvSpPr/>
          <p:nvPr/>
        </p:nvSpPr>
        <p:spPr>
          <a:xfrm>
            <a:off x="52578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🍎</a:t>
            </a:r>
            <a:endParaRPr lang="en-US" sz="3400" dirty="0"/>
          </a:p>
        </p:txBody>
      </p:sp>
      <p:sp>
        <p:nvSpPr>
          <p:cNvPr id="398" name="Text 396"/>
          <p:cNvSpPr/>
          <p:nvPr/>
        </p:nvSpPr>
        <p:spPr>
          <a:xfrm>
            <a:off x="68580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🦋</a:t>
            </a:r>
            <a:endParaRPr lang="en-US" sz="3400" dirty="0"/>
          </a:p>
        </p:txBody>
      </p:sp>
      <p:sp>
        <p:nvSpPr>
          <p:cNvPr id="399" name="Text 397"/>
          <p:cNvSpPr/>
          <p:nvPr/>
        </p:nvSpPr>
        <p:spPr>
          <a:xfrm>
            <a:off x="84582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400" name="Text 398"/>
          <p:cNvSpPr/>
          <p:nvPr/>
        </p:nvSpPr>
        <p:spPr>
          <a:xfrm>
            <a:off x="1005840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401" name="Shape 399"/>
          <p:cNvSpPr/>
          <p:nvPr/>
        </p:nvSpPr>
        <p:spPr>
          <a:xfrm>
            <a:off x="731520" y="2743200"/>
            <a:ext cx="1069848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2" name="Text 400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✨  What's Inside  ✨</a:t>
            </a:r>
            <a:endParaRPr lang="en-US" sz="2000" dirty="0"/>
          </a:p>
        </p:txBody>
      </p:sp>
      <p:sp>
        <p:nvSpPr>
          <p:cNvPr id="403" name="Shape 401"/>
          <p:cNvSpPr/>
          <p:nvPr/>
        </p:nvSpPr>
        <p:spPr>
          <a:xfrm>
            <a:off x="1005840" y="329184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Text 402"/>
          <p:cNvSpPr/>
          <p:nvPr/>
        </p:nvSpPr>
        <p:spPr>
          <a:xfrm>
            <a:off x="1005840" y="32918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Count the Animals</a:t>
            </a:r>
            <a:endParaRPr lang="en-US" sz="1300" dirty="0"/>
          </a:p>
        </p:txBody>
      </p:sp>
      <p:sp>
        <p:nvSpPr>
          <p:cNvPr id="405" name="Shape 403"/>
          <p:cNvSpPr/>
          <p:nvPr/>
        </p:nvSpPr>
        <p:spPr>
          <a:xfrm>
            <a:off x="4480560" y="329184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4480560" y="32918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Match the Colors</a:t>
            </a:r>
            <a:endParaRPr lang="en-US" sz="1300" dirty="0"/>
          </a:p>
        </p:txBody>
      </p:sp>
      <p:sp>
        <p:nvSpPr>
          <p:cNvPr id="407" name="Shape 405"/>
          <p:cNvSpPr/>
          <p:nvPr/>
        </p:nvSpPr>
        <p:spPr>
          <a:xfrm>
            <a:off x="7955280" y="329184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Text 406"/>
          <p:cNvSpPr/>
          <p:nvPr/>
        </p:nvSpPr>
        <p:spPr>
          <a:xfrm>
            <a:off x="7955280" y="32918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 Find the Letter</a:t>
            </a:r>
            <a:endParaRPr lang="en-US" sz="1300" dirty="0"/>
          </a:p>
        </p:txBody>
      </p:sp>
      <p:sp>
        <p:nvSpPr>
          <p:cNvPr id="409" name="Shape 407"/>
          <p:cNvSpPr/>
          <p:nvPr/>
        </p:nvSpPr>
        <p:spPr>
          <a:xfrm>
            <a:off x="1005840" y="3858768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Text 408"/>
          <p:cNvSpPr/>
          <p:nvPr/>
        </p:nvSpPr>
        <p:spPr>
          <a:xfrm>
            <a:off x="1005840" y="3858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 Sort the Shapes</a:t>
            </a:r>
            <a:endParaRPr lang="en-US" sz="1300" dirty="0"/>
          </a:p>
        </p:txBody>
      </p:sp>
      <p:sp>
        <p:nvSpPr>
          <p:cNvPr id="411" name="Shape 409"/>
          <p:cNvSpPr/>
          <p:nvPr/>
        </p:nvSpPr>
        <p:spPr>
          <a:xfrm>
            <a:off x="4480560" y="3858768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Text 410"/>
          <p:cNvSpPr/>
          <p:nvPr/>
        </p:nvSpPr>
        <p:spPr>
          <a:xfrm>
            <a:off x="4480560" y="3858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Tracing Fun</a:t>
            </a:r>
            <a:endParaRPr lang="en-US" sz="1300" dirty="0"/>
          </a:p>
        </p:txBody>
      </p:sp>
      <p:sp>
        <p:nvSpPr>
          <p:cNvPr id="413" name="Shape 411"/>
          <p:cNvSpPr/>
          <p:nvPr/>
        </p:nvSpPr>
        <p:spPr>
          <a:xfrm>
            <a:off x="7955280" y="3858768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Text 412"/>
          <p:cNvSpPr/>
          <p:nvPr/>
        </p:nvSpPr>
        <p:spPr>
          <a:xfrm>
            <a:off x="7955280" y="3858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 What Comes Next?</a:t>
            </a:r>
            <a:endParaRPr lang="en-US" sz="1300" dirty="0"/>
          </a:p>
        </p:txBody>
      </p:sp>
      <p:sp>
        <p:nvSpPr>
          <p:cNvPr id="415" name="Shape 413"/>
          <p:cNvSpPr/>
          <p:nvPr/>
        </p:nvSpPr>
        <p:spPr>
          <a:xfrm>
            <a:off x="1005840" y="4425696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Text 414"/>
          <p:cNvSpPr/>
          <p:nvPr/>
        </p:nvSpPr>
        <p:spPr>
          <a:xfrm>
            <a:off x="1005840" y="44256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Big or Small?</a:t>
            </a:r>
            <a:endParaRPr lang="en-US" sz="1300" dirty="0"/>
          </a:p>
        </p:txBody>
      </p:sp>
      <p:sp>
        <p:nvSpPr>
          <p:cNvPr id="417" name="Shape 415"/>
          <p:cNvSpPr/>
          <p:nvPr/>
        </p:nvSpPr>
        <p:spPr>
          <a:xfrm>
            <a:off x="4480560" y="4425696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F7675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Text 416"/>
          <p:cNvSpPr/>
          <p:nvPr/>
        </p:nvSpPr>
        <p:spPr>
          <a:xfrm>
            <a:off x="4480560" y="44256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🌈  Color by Number</a:t>
            </a:r>
            <a:endParaRPr lang="en-US" sz="1300" dirty="0"/>
          </a:p>
        </p:txBody>
      </p:sp>
      <p:sp>
        <p:nvSpPr>
          <p:cNvPr id="419" name="Shape 417"/>
          <p:cNvSpPr/>
          <p:nvPr/>
        </p:nvSpPr>
        <p:spPr>
          <a:xfrm>
            <a:off x="7955280" y="4425696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Text 418"/>
          <p:cNvSpPr/>
          <p:nvPr/>
        </p:nvSpPr>
        <p:spPr>
          <a:xfrm>
            <a:off x="7955280" y="44256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Reward Certificate</a:t>
            </a:r>
            <a:endParaRPr lang="en-US" sz="1300" dirty="0"/>
          </a:p>
        </p:txBody>
      </p:sp>
      <p:sp>
        <p:nvSpPr>
          <p:cNvPr id="421" name="Shape 419"/>
          <p:cNvSpPr/>
          <p:nvPr/>
        </p:nvSpPr>
        <p:spPr>
          <a:xfrm>
            <a:off x="10515600" y="2514600"/>
            <a:ext cx="1371600" cy="1371600"/>
          </a:xfrm>
          <a:prstGeom prst="ellipse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10579608" y="2578608"/>
            <a:ext cx="1243584" cy="1243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Text 421"/>
          <p:cNvSpPr/>
          <p:nvPr/>
        </p:nvSpPr>
        <p:spPr>
          <a:xfrm>
            <a:off x="10515600" y="26060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9BF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Ages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A29BF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4+</a:t>
            </a:r>
            <a:endParaRPr lang="en-US" sz="2000" dirty="0"/>
          </a:p>
        </p:txBody>
      </p:sp>
      <p:sp>
        <p:nvSpPr>
          <p:cNvPr id="424" name="Shape 422"/>
          <p:cNvSpPr/>
          <p:nvPr/>
        </p:nvSpPr>
        <p:spPr>
          <a:xfrm>
            <a:off x="2286000" y="5669280"/>
            <a:ext cx="7589520" cy="502920"/>
          </a:xfrm>
          <a:prstGeom prst="roundRect">
            <a:avLst>
              <a:gd name="adj" fmla="val 18182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423"/>
          <p:cNvSpPr/>
          <p:nvPr/>
        </p:nvSpPr>
        <p:spPr>
          <a:xfrm>
            <a:off x="2286000" y="56692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________________________________</a:t>
            </a:r>
            <a:endParaRPr lang="en-US" sz="1500" dirty="0"/>
          </a:p>
        </p:txBody>
      </p:sp>
      <p:sp>
        <p:nvSpPr>
          <p:cNvPr id="426" name="Shape 4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Text 4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Pre-K Learning Activities  ★  Ages 3-5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C8F7D0">
              <a:alpha val="45000"/>
            </a:srgbClr>
          </a:solidFill>
          <a:ln w="12700">
            <a:solidFill>
              <a:srgbClr val="C8F7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🔢 Count the Animals!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do you see? Write the number in the box!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274320" y="1234440"/>
            <a:ext cx="116128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502920" y="1362456"/>
            <a:ext cx="822960" cy="82296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Text 400"/>
          <p:cNvSpPr/>
          <p:nvPr/>
        </p:nvSpPr>
        <p:spPr>
          <a:xfrm>
            <a:off x="502920" y="136245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🐱</a:t>
            </a:r>
            <a:endParaRPr lang="en-US" sz="3000" dirty="0"/>
          </a:p>
        </p:txBody>
      </p:sp>
      <p:sp>
        <p:nvSpPr>
          <p:cNvPr id="403" name="Shape 401"/>
          <p:cNvSpPr/>
          <p:nvPr/>
        </p:nvSpPr>
        <p:spPr>
          <a:xfrm>
            <a:off x="2148840" y="1362456"/>
            <a:ext cx="822960" cy="82296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Text 402"/>
          <p:cNvSpPr/>
          <p:nvPr/>
        </p:nvSpPr>
        <p:spPr>
          <a:xfrm>
            <a:off x="2148840" y="136245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🐱</a:t>
            </a:r>
            <a:endParaRPr lang="en-US" sz="3000" dirty="0"/>
          </a:p>
        </p:txBody>
      </p:sp>
      <p:sp>
        <p:nvSpPr>
          <p:cNvPr id="405" name="Shape 403"/>
          <p:cNvSpPr/>
          <p:nvPr/>
        </p:nvSpPr>
        <p:spPr>
          <a:xfrm>
            <a:off x="3794760" y="1362456"/>
            <a:ext cx="822960" cy="82296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3794760" y="136245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🐱</a:t>
            </a:r>
            <a:endParaRPr lang="en-US" sz="3000" dirty="0"/>
          </a:p>
        </p:txBody>
      </p:sp>
      <p:sp>
        <p:nvSpPr>
          <p:cNvPr id="407" name="Shape 405"/>
          <p:cNvSpPr/>
          <p:nvPr/>
        </p:nvSpPr>
        <p:spPr>
          <a:xfrm>
            <a:off x="10744200" y="1362456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10789920" y="1408176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407"/>
          <p:cNvSpPr/>
          <p:nvPr/>
        </p:nvSpPr>
        <p:spPr>
          <a:xfrm>
            <a:off x="10744200" y="140817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</a:rPr>
              <a:t>?</a:t>
            </a:r>
            <a:endParaRPr lang="en-US" sz="2800" dirty="0"/>
          </a:p>
        </p:txBody>
      </p:sp>
      <p:sp>
        <p:nvSpPr>
          <p:cNvPr id="410" name="Shape 408"/>
          <p:cNvSpPr/>
          <p:nvPr/>
        </p:nvSpPr>
        <p:spPr>
          <a:xfrm>
            <a:off x="274320" y="2468880"/>
            <a:ext cx="116128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A29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502920" y="2596896"/>
            <a:ext cx="822960" cy="822960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Text 410"/>
          <p:cNvSpPr/>
          <p:nvPr/>
        </p:nvSpPr>
        <p:spPr>
          <a:xfrm>
            <a:off x="502920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🐸</a:t>
            </a:r>
            <a:endParaRPr lang="en-US" sz="3000" dirty="0"/>
          </a:p>
        </p:txBody>
      </p:sp>
      <p:sp>
        <p:nvSpPr>
          <p:cNvPr id="413" name="Shape 411"/>
          <p:cNvSpPr/>
          <p:nvPr/>
        </p:nvSpPr>
        <p:spPr>
          <a:xfrm>
            <a:off x="2148840" y="2596896"/>
            <a:ext cx="822960" cy="822960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Text 412"/>
          <p:cNvSpPr/>
          <p:nvPr/>
        </p:nvSpPr>
        <p:spPr>
          <a:xfrm>
            <a:off x="2148840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🐸</a:t>
            </a:r>
            <a:endParaRPr lang="en-US" sz="3000" dirty="0"/>
          </a:p>
        </p:txBody>
      </p:sp>
      <p:sp>
        <p:nvSpPr>
          <p:cNvPr id="415" name="Shape 413"/>
          <p:cNvSpPr/>
          <p:nvPr/>
        </p:nvSpPr>
        <p:spPr>
          <a:xfrm>
            <a:off x="3794760" y="2596896"/>
            <a:ext cx="822960" cy="822960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Text 414"/>
          <p:cNvSpPr/>
          <p:nvPr/>
        </p:nvSpPr>
        <p:spPr>
          <a:xfrm>
            <a:off x="3794760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🐸</a:t>
            </a:r>
            <a:endParaRPr lang="en-US" sz="3000" dirty="0"/>
          </a:p>
        </p:txBody>
      </p:sp>
      <p:sp>
        <p:nvSpPr>
          <p:cNvPr id="417" name="Shape 415"/>
          <p:cNvSpPr/>
          <p:nvPr/>
        </p:nvSpPr>
        <p:spPr>
          <a:xfrm>
            <a:off x="5440680" y="2596896"/>
            <a:ext cx="822960" cy="822960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Text 416"/>
          <p:cNvSpPr/>
          <p:nvPr/>
        </p:nvSpPr>
        <p:spPr>
          <a:xfrm>
            <a:off x="5440680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🐸</a:t>
            </a:r>
            <a:endParaRPr lang="en-US" sz="3000" dirty="0"/>
          </a:p>
        </p:txBody>
      </p:sp>
      <p:sp>
        <p:nvSpPr>
          <p:cNvPr id="419" name="Shape 417"/>
          <p:cNvSpPr/>
          <p:nvPr/>
        </p:nvSpPr>
        <p:spPr>
          <a:xfrm>
            <a:off x="7086600" y="2596896"/>
            <a:ext cx="822960" cy="822960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Text 418"/>
          <p:cNvSpPr/>
          <p:nvPr/>
        </p:nvSpPr>
        <p:spPr>
          <a:xfrm>
            <a:off x="7086600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🐸</a:t>
            </a:r>
            <a:endParaRPr lang="en-US" sz="3000" dirty="0"/>
          </a:p>
        </p:txBody>
      </p:sp>
      <p:sp>
        <p:nvSpPr>
          <p:cNvPr id="421" name="Shape 419"/>
          <p:cNvSpPr/>
          <p:nvPr/>
        </p:nvSpPr>
        <p:spPr>
          <a:xfrm>
            <a:off x="10744200" y="2596896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10789920" y="2642616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Text 421"/>
          <p:cNvSpPr/>
          <p:nvPr/>
        </p:nvSpPr>
        <p:spPr>
          <a:xfrm>
            <a:off x="10744200" y="264261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9BFE"/>
                </a:solidFill>
              </a:rPr>
              <a:t>?</a:t>
            </a:r>
            <a:endParaRPr lang="en-US" sz="2800" dirty="0"/>
          </a:p>
        </p:txBody>
      </p:sp>
      <p:sp>
        <p:nvSpPr>
          <p:cNvPr id="424" name="Shape 422"/>
          <p:cNvSpPr/>
          <p:nvPr/>
        </p:nvSpPr>
        <p:spPr>
          <a:xfrm>
            <a:off x="274320" y="3703320"/>
            <a:ext cx="116128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502920" y="3831336"/>
            <a:ext cx="822960" cy="822960"/>
          </a:xfrm>
          <a:prstGeom prst="ellipse">
            <a:avLst/>
          </a:prstGeom>
          <a:solidFill>
            <a:srgbClr val="FD79A8">
              <a:alpha val="20000"/>
            </a:srgbClr>
          </a:solidFill>
          <a:ln w="12700">
            <a:solidFill>
              <a:srgbClr val="FD79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Text 424"/>
          <p:cNvSpPr/>
          <p:nvPr/>
        </p:nvSpPr>
        <p:spPr>
          <a:xfrm>
            <a:off x="502920" y="38313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🦋</a:t>
            </a:r>
            <a:endParaRPr lang="en-US" sz="3000" dirty="0"/>
          </a:p>
        </p:txBody>
      </p:sp>
      <p:sp>
        <p:nvSpPr>
          <p:cNvPr id="427" name="Shape 425"/>
          <p:cNvSpPr/>
          <p:nvPr/>
        </p:nvSpPr>
        <p:spPr>
          <a:xfrm>
            <a:off x="2148840" y="3831336"/>
            <a:ext cx="822960" cy="822960"/>
          </a:xfrm>
          <a:prstGeom prst="ellipse">
            <a:avLst/>
          </a:prstGeom>
          <a:solidFill>
            <a:srgbClr val="FD79A8">
              <a:alpha val="20000"/>
            </a:srgbClr>
          </a:solidFill>
          <a:ln w="12700">
            <a:solidFill>
              <a:srgbClr val="FD79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Text 426"/>
          <p:cNvSpPr/>
          <p:nvPr/>
        </p:nvSpPr>
        <p:spPr>
          <a:xfrm>
            <a:off x="2148840" y="38313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🦋</a:t>
            </a:r>
            <a:endParaRPr lang="en-US" sz="3000" dirty="0"/>
          </a:p>
        </p:txBody>
      </p:sp>
      <p:sp>
        <p:nvSpPr>
          <p:cNvPr id="429" name="Shape 427"/>
          <p:cNvSpPr/>
          <p:nvPr/>
        </p:nvSpPr>
        <p:spPr>
          <a:xfrm>
            <a:off x="10744200" y="3831336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10789920" y="3877056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Text 429"/>
          <p:cNvSpPr/>
          <p:nvPr/>
        </p:nvSpPr>
        <p:spPr>
          <a:xfrm>
            <a:off x="10744200" y="387705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79A8"/>
                </a:solidFill>
              </a:rPr>
              <a:t>?</a:t>
            </a:r>
            <a:endParaRPr lang="en-US" sz="2800" dirty="0"/>
          </a:p>
        </p:txBody>
      </p:sp>
      <p:sp>
        <p:nvSpPr>
          <p:cNvPr id="432" name="Shape 430"/>
          <p:cNvSpPr/>
          <p:nvPr/>
        </p:nvSpPr>
        <p:spPr>
          <a:xfrm>
            <a:off x="274320" y="4937760"/>
            <a:ext cx="116128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DC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502920" y="5065776"/>
            <a:ext cx="822960" cy="822960"/>
          </a:xfrm>
          <a:prstGeom prst="ellipse">
            <a:avLst/>
          </a:prstGeom>
          <a:solidFill>
            <a:srgbClr val="FDCB6E">
              <a:alpha val="20000"/>
            </a:srgbClr>
          </a:solidFill>
          <a:ln w="12700">
            <a:solidFill>
              <a:srgbClr val="FDCB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Text 432"/>
          <p:cNvSpPr/>
          <p:nvPr/>
        </p:nvSpPr>
        <p:spPr>
          <a:xfrm>
            <a:off x="502920" y="50657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435" name="Shape 433"/>
          <p:cNvSpPr/>
          <p:nvPr/>
        </p:nvSpPr>
        <p:spPr>
          <a:xfrm>
            <a:off x="2148840" y="5065776"/>
            <a:ext cx="822960" cy="822960"/>
          </a:xfrm>
          <a:prstGeom prst="ellipse">
            <a:avLst/>
          </a:prstGeom>
          <a:solidFill>
            <a:srgbClr val="FDCB6E">
              <a:alpha val="20000"/>
            </a:srgbClr>
          </a:solidFill>
          <a:ln w="12700">
            <a:solidFill>
              <a:srgbClr val="FDCB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Text 434"/>
          <p:cNvSpPr/>
          <p:nvPr/>
        </p:nvSpPr>
        <p:spPr>
          <a:xfrm>
            <a:off x="2148840" y="50657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437" name="Shape 435"/>
          <p:cNvSpPr/>
          <p:nvPr/>
        </p:nvSpPr>
        <p:spPr>
          <a:xfrm>
            <a:off x="3794760" y="5065776"/>
            <a:ext cx="822960" cy="822960"/>
          </a:xfrm>
          <a:prstGeom prst="ellipse">
            <a:avLst/>
          </a:prstGeom>
          <a:solidFill>
            <a:srgbClr val="FDCB6E">
              <a:alpha val="20000"/>
            </a:srgbClr>
          </a:solidFill>
          <a:ln w="12700">
            <a:solidFill>
              <a:srgbClr val="FDCB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Text 436"/>
          <p:cNvSpPr/>
          <p:nvPr/>
        </p:nvSpPr>
        <p:spPr>
          <a:xfrm>
            <a:off x="3794760" y="50657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439" name="Shape 437"/>
          <p:cNvSpPr/>
          <p:nvPr/>
        </p:nvSpPr>
        <p:spPr>
          <a:xfrm>
            <a:off x="5440680" y="5065776"/>
            <a:ext cx="822960" cy="822960"/>
          </a:xfrm>
          <a:prstGeom prst="ellipse">
            <a:avLst/>
          </a:prstGeom>
          <a:solidFill>
            <a:srgbClr val="FDCB6E">
              <a:alpha val="20000"/>
            </a:srgbClr>
          </a:solidFill>
          <a:ln w="12700">
            <a:solidFill>
              <a:srgbClr val="FDCB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Text 438"/>
          <p:cNvSpPr/>
          <p:nvPr/>
        </p:nvSpPr>
        <p:spPr>
          <a:xfrm>
            <a:off x="5440680" y="50657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441" name="Shape 439"/>
          <p:cNvSpPr/>
          <p:nvPr/>
        </p:nvSpPr>
        <p:spPr>
          <a:xfrm>
            <a:off x="10744200" y="5065776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10789920" y="5111496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Text 441"/>
          <p:cNvSpPr/>
          <p:nvPr/>
        </p:nvSpPr>
        <p:spPr>
          <a:xfrm>
            <a:off x="10744200" y="511149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CB6E"/>
                </a:solidFill>
              </a:rPr>
              <a:t>?</a:t>
            </a:r>
            <a:endParaRPr lang="en-US" sz="2800" dirty="0"/>
          </a:p>
        </p:txBody>
      </p:sp>
      <p:sp>
        <p:nvSpPr>
          <p:cNvPr id="444" name="Shape 44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Text 44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FFD6E7">
              <a:alpha val="45000"/>
            </a:srgbClr>
          </a:solidFill>
          <a:ln w="12700">
            <a:solidFill>
              <a:srgbClr val="FFD6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🎨 Match the Colors!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line from the shape to its matching color word!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1371600" y="1417320"/>
            <a:ext cx="1005840" cy="914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1371600" y="2423160"/>
            <a:ext cx="1005840" cy="914400"/>
          </a:xfrm>
          <a:prstGeom prst="ellipse">
            <a:avLst/>
          </a:prstGeom>
          <a:solidFill>
            <a:srgbClr val="74B9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1371600" y="3429000"/>
            <a:ext cx="1005840" cy="91440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1371600" y="4434840"/>
            <a:ext cx="1005840" cy="9144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1371600" y="5440680"/>
            <a:ext cx="1005840" cy="914400"/>
          </a:xfrm>
          <a:prstGeom prst="ellipse">
            <a:avLst/>
          </a:prstGeom>
          <a:solidFill>
            <a:srgbClr val="A29BF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9601200" y="150876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9601200" y="150876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YELLOW</a:t>
            </a:r>
            <a:endParaRPr lang="en-US" sz="1800" dirty="0"/>
          </a:p>
        </p:txBody>
      </p:sp>
      <p:sp>
        <p:nvSpPr>
          <p:cNvPr id="407" name="Shape 405"/>
          <p:cNvSpPr/>
          <p:nvPr/>
        </p:nvSpPr>
        <p:spPr>
          <a:xfrm>
            <a:off x="9601200" y="25146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8" name="Text 406"/>
          <p:cNvSpPr/>
          <p:nvPr/>
        </p:nvSpPr>
        <p:spPr>
          <a:xfrm>
            <a:off x="9601200" y="25146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RED</a:t>
            </a:r>
            <a:endParaRPr lang="en-US" sz="1800" dirty="0"/>
          </a:p>
        </p:txBody>
      </p:sp>
      <p:sp>
        <p:nvSpPr>
          <p:cNvPr id="409" name="Shape 407"/>
          <p:cNvSpPr/>
          <p:nvPr/>
        </p:nvSpPr>
        <p:spPr>
          <a:xfrm>
            <a:off x="9601200" y="352044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0" name="Text 408"/>
          <p:cNvSpPr/>
          <p:nvPr/>
        </p:nvSpPr>
        <p:spPr>
          <a:xfrm>
            <a:off x="9601200" y="35204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PURPLE</a:t>
            </a:r>
            <a:endParaRPr lang="en-US" sz="1800" dirty="0"/>
          </a:p>
        </p:txBody>
      </p:sp>
      <p:sp>
        <p:nvSpPr>
          <p:cNvPr id="411" name="Shape 409"/>
          <p:cNvSpPr/>
          <p:nvPr/>
        </p:nvSpPr>
        <p:spPr>
          <a:xfrm>
            <a:off x="9601200" y="452628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2" name="Text 410"/>
          <p:cNvSpPr/>
          <p:nvPr/>
        </p:nvSpPr>
        <p:spPr>
          <a:xfrm>
            <a:off x="9601200" y="452628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BLUE</a:t>
            </a:r>
            <a:endParaRPr lang="en-US" sz="1800" dirty="0"/>
          </a:p>
        </p:txBody>
      </p:sp>
      <p:sp>
        <p:nvSpPr>
          <p:cNvPr id="413" name="Shape 411"/>
          <p:cNvSpPr/>
          <p:nvPr/>
        </p:nvSpPr>
        <p:spPr>
          <a:xfrm>
            <a:off x="9601200" y="553212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4" name="Text 412"/>
          <p:cNvSpPr/>
          <p:nvPr/>
        </p:nvSpPr>
        <p:spPr>
          <a:xfrm>
            <a:off x="9601200" y="55321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GREEN</a:t>
            </a:r>
            <a:endParaRPr lang="en-US" sz="1800" dirty="0"/>
          </a:p>
        </p:txBody>
      </p:sp>
      <p:sp>
        <p:nvSpPr>
          <p:cNvPr id="415" name="Text 413"/>
          <p:cNvSpPr/>
          <p:nvPr/>
        </p:nvSpPr>
        <p:spPr>
          <a:xfrm>
            <a:off x="2468880" y="32918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AAAA"/>
                </a:solidFill>
              </a:rPr>
              <a:t>✏️ Draw your lines here!</a:t>
            </a:r>
            <a:endParaRPr lang="en-US" sz="1300" dirty="0"/>
          </a:p>
        </p:txBody>
      </p:sp>
      <p:sp>
        <p:nvSpPr>
          <p:cNvPr id="416" name="Shape 41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4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E0D0FF">
              <a:alpha val="45000"/>
            </a:srgbClr>
          </a:solidFill>
          <a:ln w="12700">
            <a:solidFill>
              <a:srgbClr val="E0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Find the Letter!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all the letter  A  you can find!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32004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Text 399"/>
          <p:cNvSpPr/>
          <p:nvPr/>
        </p:nvSpPr>
        <p:spPr>
          <a:xfrm>
            <a:off x="32004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02" name="Shape 400"/>
          <p:cNvSpPr/>
          <p:nvPr/>
        </p:nvSpPr>
        <p:spPr>
          <a:xfrm>
            <a:off x="164592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Text 401"/>
          <p:cNvSpPr/>
          <p:nvPr/>
        </p:nvSpPr>
        <p:spPr>
          <a:xfrm>
            <a:off x="164592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3400" dirty="0"/>
          </a:p>
        </p:txBody>
      </p:sp>
      <p:sp>
        <p:nvSpPr>
          <p:cNvPr id="404" name="Shape 402"/>
          <p:cNvSpPr/>
          <p:nvPr/>
        </p:nvSpPr>
        <p:spPr>
          <a:xfrm>
            <a:off x="297180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Text 403"/>
          <p:cNvSpPr/>
          <p:nvPr/>
        </p:nvSpPr>
        <p:spPr>
          <a:xfrm>
            <a:off x="297180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3400" dirty="0"/>
          </a:p>
        </p:txBody>
      </p:sp>
      <p:sp>
        <p:nvSpPr>
          <p:cNvPr id="406" name="Shape 404"/>
          <p:cNvSpPr/>
          <p:nvPr/>
        </p:nvSpPr>
        <p:spPr>
          <a:xfrm>
            <a:off x="429768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7" name="Text 405"/>
          <p:cNvSpPr/>
          <p:nvPr/>
        </p:nvSpPr>
        <p:spPr>
          <a:xfrm>
            <a:off x="429768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08" name="Shape 406"/>
          <p:cNvSpPr/>
          <p:nvPr/>
        </p:nvSpPr>
        <p:spPr>
          <a:xfrm>
            <a:off x="562356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407"/>
          <p:cNvSpPr/>
          <p:nvPr/>
        </p:nvSpPr>
        <p:spPr>
          <a:xfrm>
            <a:off x="562356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</a:t>
            </a:r>
            <a:endParaRPr lang="en-US" sz="3400" dirty="0"/>
          </a:p>
        </p:txBody>
      </p:sp>
      <p:sp>
        <p:nvSpPr>
          <p:cNvPr id="410" name="Shape 408"/>
          <p:cNvSpPr/>
          <p:nvPr/>
        </p:nvSpPr>
        <p:spPr>
          <a:xfrm>
            <a:off x="694944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 409"/>
          <p:cNvSpPr/>
          <p:nvPr/>
        </p:nvSpPr>
        <p:spPr>
          <a:xfrm>
            <a:off x="694944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</a:t>
            </a:r>
            <a:endParaRPr lang="en-US" sz="3400" dirty="0"/>
          </a:p>
        </p:txBody>
      </p:sp>
      <p:sp>
        <p:nvSpPr>
          <p:cNvPr id="412" name="Shape 410"/>
          <p:cNvSpPr/>
          <p:nvPr/>
        </p:nvSpPr>
        <p:spPr>
          <a:xfrm>
            <a:off x="827532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3" name="Text 411"/>
          <p:cNvSpPr/>
          <p:nvPr/>
        </p:nvSpPr>
        <p:spPr>
          <a:xfrm>
            <a:off x="827532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14" name="Shape 412"/>
          <p:cNvSpPr/>
          <p:nvPr/>
        </p:nvSpPr>
        <p:spPr>
          <a:xfrm>
            <a:off x="9601200" y="13258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3"/>
          <p:cNvSpPr/>
          <p:nvPr/>
        </p:nvSpPr>
        <p:spPr>
          <a:xfrm>
            <a:off x="960120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</a:t>
            </a:r>
            <a:endParaRPr lang="en-US" sz="3400" dirty="0"/>
          </a:p>
        </p:txBody>
      </p:sp>
      <p:sp>
        <p:nvSpPr>
          <p:cNvPr id="416" name="Shape 414"/>
          <p:cNvSpPr/>
          <p:nvPr/>
        </p:nvSpPr>
        <p:spPr>
          <a:xfrm>
            <a:off x="32004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415"/>
          <p:cNvSpPr/>
          <p:nvPr/>
        </p:nvSpPr>
        <p:spPr>
          <a:xfrm>
            <a:off x="32004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</a:t>
            </a:r>
            <a:endParaRPr lang="en-US" sz="3400" dirty="0"/>
          </a:p>
        </p:txBody>
      </p:sp>
      <p:sp>
        <p:nvSpPr>
          <p:cNvPr id="418" name="Shape 416"/>
          <p:cNvSpPr/>
          <p:nvPr/>
        </p:nvSpPr>
        <p:spPr>
          <a:xfrm>
            <a:off x="164592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9" name="Text 417"/>
          <p:cNvSpPr/>
          <p:nvPr/>
        </p:nvSpPr>
        <p:spPr>
          <a:xfrm>
            <a:off x="164592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20" name="Shape 418"/>
          <p:cNvSpPr/>
          <p:nvPr/>
        </p:nvSpPr>
        <p:spPr>
          <a:xfrm>
            <a:off x="297180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Text 419"/>
          <p:cNvSpPr/>
          <p:nvPr/>
        </p:nvSpPr>
        <p:spPr>
          <a:xfrm>
            <a:off x="297180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</a:t>
            </a:r>
            <a:endParaRPr lang="en-US" sz="3400" dirty="0"/>
          </a:p>
        </p:txBody>
      </p:sp>
      <p:sp>
        <p:nvSpPr>
          <p:cNvPr id="422" name="Shape 420"/>
          <p:cNvSpPr/>
          <p:nvPr/>
        </p:nvSpPr>
        <p:spPr>
          <a:xfrm>
            <a:off x="429768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Text 421"/>
          <p:cNvSpPr/>
          <p:nvPr/>
        </p:nvSpPr>
        <p:spPr>
          <a:xfrm>
            <a:off x="429768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</a:t>
            </a:r>
            <a:endParaRPr lang="en-US" sz="3400" dirty="0"/>
          </a:p>
        </p:txBody>
      </p:sp>
      <p:sp>
        <p:nvSpPr>
          <p:cNvPr id="424" name="Shape 422"/>
          <p:cNvSpPr/>
          <p:nvPr/>
        </p:nvSpPr>
        <p:spPr>
          <a:xfrm>
            <a:off x="562356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5" name="Text 423"/>
          <p:cNvSpPr/>
          <p:nvPr/>
        </p:nvSpPr>
        <p:spPr>
          <a:xfrm>
            <a:off x="562356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26" name="Shape 424"/>
          <p:cNvSpPr/>
          <p:nvPr/>
        </p:nvSpPr>
        <p:spPr>
          <a:xfrm>
            <a:off x="694944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Text 425"/>
          <p:cNvSpPr/>
          <p:nvPr/>
        </p:nvSpPr>
        <p:spPr>
          <a:xfrm>
            <a:off x="694944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</a:t>
            </a:r>
            <a:endParaRPr lang="en-US" sz="3400" dirty="0"/>
          </a:p>
        </p:txBody>
      </p:sp>
      <p:sp>
        <p:nvSpPr>
          <p:cNvPr id="428" name="Shape 426"/>
          <p:cNvSpPr/>
          <p:nvPr/>
        </p:nvSpPr>
        <p:spPr>
          <a:xfrm>
            <a:off x="827532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Text 427"/>
          <p:cNvSpPr/>
          <p:nvPr/>
        </p:nvSpPr>
        <p:spPr>
          <a:xfrm>
            <a:off x="827532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</a:t>
            </a:r>
            <a:endParaRPr lang="en-US" sz="3400" dirty="0"/>
          </a:p>
        </p:txBody>
      </p:sp>
      <p:sp>
        <p:nvSpPr>
          <p:cNvPr id="430" name="Shape 428"/>
          <p:cNvSpPr/>
          <p:nvPr/>
        </p:nvSpPr>
        <p:spPr>
          <a:xfrm>
            <a:off x="9601200" y="22860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Text 429"/>
          <p:cNvSpPr/>
          <p:nvPr/>
        </p:nvSpPr>
        <p:spPr>
          <a:xfrm>
            <a:off x="960120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</a:t>
            </a:r>
            <a:endParaRPr lang="en-US" sz="3400" dirty="0"/>
          </a:p>
        </p:txBody>
      </p:sp>
      <p:sp>
        <p:nvSpPr>
          <p:cNvPr id="432" name="Shape 430"/>
          <p:cNvSpPr/>
          <p:nvPr/>
        </p:nvSpPr>
        <p:spPr>
          <a:xfrm>
            <a:off x="32004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3" name="Text 431"/>
          <p:cNvSpPr/>
          <p:nvPr/>
        </p:nvSpPr>
        <p:spPr>
          <a:xfrm>
            <a:off x="32004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34" name="Shape 432"/>
          <p:cNvSpPr/>
          <p:nvPr/>
        </p:nvSpPr>
        <p:spPr>
          <a:xfrm>
            <a:off x="164592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Text 433"/>
          <p:cNvSpPr/>
          <p:nvPr/>
        </p:nvSpPr>
        <p:spPr>
          <a:xfrm>
            <a:off x="164592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</a:t>
            </a:r>
            <a:endParaRPr lang="en-US" sz="3400" dirty="0"/>
          </a:p>
        </p:txBody>
      </p:sp>
      <p:sp>
        <p:nvSpPr>
          <p:cNvPr id="436" name="Shape 434"/>
          <p:cNvSpPr/>
          <p:nvPr/>
        </p:nvSpPr>
        <p:spPr>
          <a:xfrm>
            <a:off x="297180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Text 435"/>
          <p:cNvSpPr/>
          <p:nvPr/>
        </p:nvSpPr>
        <p:spPr>
          <a:xfrm>
            <a:off x="297180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</a:t>
            </a:r>
            <a:endParaRPr lang="en-US" sz="3400" dirty="0"/>
          </a:p>
        </p:txBody>
      </p:sp>
      <p:sp>
        <p:nvSpPr>
          <p:cNvPr id="438" name="Shape 436"/>
          <p:cNvSpPr/>
          <p:nvPr/>
        </p:nvSpPr>
        <p:spPr>
          <a:xfrm>
            <a:off x="429768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9" name="Text 437"/>
          <p:cNvSpPr/>
          <p:nvPr/>
        </p:nvSpPr>
        <p:spPr>
          <a:xfrm>
            <a:off x="429768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40" name="Shape 438"/>
          <p:cNvSpPr/>
          <p:nvPr/>
        </p:nvSpPr>
        <p:spPr>
          <a:xfrm>
            <a:off x="562356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Text 439"/>
          <p:cNvSpPr/>
          <p:nvPr/>
        </p:nvSpPr>
        <p:spPr>
          <a:xfrm>
            <a:off x="562356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</a:t>
            </a:r>
            <a:endParaRPr lang="en-US" sz="3400" dirty="0"/>
          </a:p>
        </p:txBody>
      </p:sp>
      <p:sp>
        <p:nvSpPr>
          <p:cNvPr id="442" name="Shape 440"/>
          <p:cNvSpPr/>
          <p:nvPr/>
        </p:nvSpPr>
        <p:spPr>
          <a:xfrm>
            <a:off x="694944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Text 441"/>
          <p:cNvSpPr/>
          <p:nvPr/>
        </p:nvSpPr>
        <p:spPr>
          <a:xfrm>
            <a:off x="694944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</a:t>
            </a:r>
            <a:endParaRPr lang="en-US" sz="3400" dirty="0"/>
          </a:p>
        </p:txBody>
      </p:sp>
      <p:sp>
        <p:nvSpPr>
          <p:cNvPr id="444" name="Shape 442"/>
          <p:cNvSpPr/>
          <p:nvPr/>
        </p:nvSpPr>
        <p:spPr>
          <a:xfrm>
            <a:off x="827532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5" name="Text 443"/>
          <p:cNvSpPr/>
          <p:nvPr/>
        </p:nvSpPr>
        <p:spPr>
          <a:xfrm>
            <a:off x="827532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46" name="Shape 444"/>
          <p:cNvSpPr/>
          <p:nvPr/>
        </p:nvSpPr>
        <p:spPr>
          <a:xfrm>
            <a:off x="9601200" y="3246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Text 445"/>
          <p:cNvSpPr/>
          <p:nvPr/>
        </p:nvSpPr>
        <p:spPr>
          <a:xfrm>
            <a:off x="9601200" y="3246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</a:t>
            </a:r>
            <a:endParaRPr lang="en-US" sz="3400" dirty="0"/>
          </a:p>
        </p:txBody>
      </p:sp>
      <p:sp>
        <p:nvSpPr>
          <p:cNvPr id="448" name="Shape 446"/>
          <p:cNvSpPr/>
          <p:nvPr/>
        </p:nvSpPr>
        <p:spPr>
          <a:xfrm>
            <a:off x="32004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Text 447"/>
          <p:cNvSpPr/>
          <p:nvPr/>
        </p:nvSpPr>
        <p:spPr>
          <a:xfrm>
            <a:off x="32004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</a:t>
            </a:r>
            <a:endParaRPr lang="en-US" sz="3400" dirty="0"/>
          </a:p>
        </p:txBody>
      </p:sp>
      <p:sp>
        <p:nvSpPr>
          <p:cNvPr id="450" name="Shape 448"/>
          <p:cNvSpPr/>
          <p:nvPr/>
        </p:nvSpPr>
        <p:spPr>
          <a:xfrm>
            <a:off x="164592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Text 449"/>
          <p:cNvSpPr/>
          <p:nvPr/>
        </p:nvSpPr>
        <p:spPr>
          <a:xfrm>
            <a:off x="164592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</a:t>
            </a:r>
            <a:endParaRPr lang="en-US" sz="3400" dirty="0"/>
          </a:p>
        </p:txBody>
      </p:sp>
      <p:sp>
        <p:nvSpPr>
          <p:cNvPr id="452" name="Shape 450"/>
          <p:cNvSpPr/>
          <p:nvPr/>
        </p:nvSpPr>
        <p:spPr>
          <a:xfrm>
            <a:off x="297180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3" name="Text 451"/>
          <p:cNvSpPr/>
          <p:nvPr/>
        </p:nvSpPr>
        <p:spPr>
          <a:xfrm>
            <a:off x="297180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54" name="Shape 452"/>
          <p:cNvSpPr/>
          <p:nvPr/>
        </p:nvSpPr>
        <p:spPr>
          <a:xfrm>
            <a:off x="429768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Text 453"/>
          <p:cNvSpPr/>
          <p:nvPr/>
        </p:nvSpPr>
        <p:spPr>
          <a:xfrm>
            <a:off x="429768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</a:t>
            </a:r>
            <a:endParaRPr lang="en-US" sz="3400" dirty="0"/>
          </a:p>
        </p:txBody>
      </p:sp>
      <p:sp>
        <p:nvSpPr>
          <p:cNvPr id="456" name="Shape 454"/>
          <p:cNvSpPr/>
          <p:nvPr/>
        </p:nvSpPr>
        <p:spPr>
          <a:xfrm>
            <a:off x="562356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Text 455"/>
          <p:cNvSpPr/>
          <p:nvPr/>
        </p:nvSpPr>
        <p:spPr>
          <a:xfrm>
            <a:off x="562356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</a:t>
            </a:r>
            <a:endParaRPr lang="en-US" sz="3400" dirty="0"/>
          </a:p>
        </p:txBody>
      </p:sp>
      <p:sp>
        <p:nvSpPr>
          <p:cNvPr id="458" name="Shape 456"/>
          <p:cNvSpPr/>
          <p:nvPr/>
        </p:nvSpPr>
        <p:spPr>
          <a:xfrm>
            <a:off x="694944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9" name="Text 457"/>
          <p:cNvSpPr/>
          <p:nvPr/>
        </p:nvSpPr>
        <p:spPr>
          <a:xfrm>
            <a:off x="694944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60" name="Shape 458"/>
          <p:cNvSpPr/>
          <p:nvPr/>
        </p:nvSpPr>
        <p:spPr>
          <a:xfrm>
            <a:off x="827532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Text 459"/>
          <p:cNvSpPr/>
          <p:nvPr/>
        </p:nvSpPr>
        <p:spPr>
          <a:xfrm>
            <a:off x="827532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</a:t>
            </a:r>
            <a:endParaRPr lang="en-US" sz="3400" dirty="0"/>
          </a:p>
        </p:txBody>
      </p:sp>
      <p:sp>
        <p:nvSpPr>
          <p:cNvPr id="462" name="Shape 460"/>
          <p:cNvSpPr/>
          <p:nvPr/>
        </p:nvSpPr>
        <p:spPr>
          <a:xfrm>
            <a:off x="9601200" y="420624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E66D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3" name="Text 461"/>
          <p:cNvSpPr/>
          <p:nvPr/>
        </p:nvSpPr>
        <p:spPr>
          <a:xfrm>
            <a:off x="9601200" y="420624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3400" dirty="0"/>
          </a:p>
        </p:txBody>
      </p:sp>
      <p:sp>
        <p:nvSpPr>
          <p:cNvPr id="464" name="Shape 462"/>
          <p:cNvSpPr/>
          <p:nvPr/>
        </p:nvSpPr>
        <p:spPr>
          <a:xfrm>
            <a:off x="1371600" y="5166360"/>
            <a:ext cx="9418320" cy="777240"/>
          </a:xfrm>
          <a:prstGeom prst="roundRect">
            <a:avLst>
              <a:gd name="adj" fmla="val 14118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5" name="Text 463"/>
          <p:cNvSpPr/>
          <p:nvPr/>
        </p:nvSpPr>
        <p:spPr>
          <a:xfrm>
            <a:off x="1371600" y="51663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found _______ letter A's!   (Hint: there are 10! ⭐)</a:t>
            </a:r>
            <a:endParaRPr lang="en-US" sz="1700" dirty="0"/>
          </a:p>
        </p:txBody>
      </p:sp>
      <p:sp>
        <p:nvSpPr>
          <p:cNvPr id="466" name="Shape 46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Text 46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FFF0C0">
              <a:alpha val="45000"/>
            </a:srgbClr>
          </a:solidFill>
          <a:ln w="12700">
            <a:solidFill>
              <a:srgbClr val="FFF0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🔷 Sort the Shapes!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each shape in the correct box below.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571500" y="1074420"/>
            <a:ext cx="685800" cy="685800"/>
          </a:xfrm>
          <a:prstGeom prst="ellipse">
            <a:avLst/>
          </a:prstGeom>
          <a:solidFill>
            <a:srgbClr val="74B9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2034540" y="10744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3497580" y="1074420"/>
            <a:ext cx="685800" cy="685800"/>
          </a:xfrm>
          <a:prstGeom prst="ellipse">
            <a:avLst/>
          </a:prstGeom>
          <a:solidFill>
            <a:srgbClr val="55EFC4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3" name="Text 401"/>
          <p:cNvSpPr/>
          <p:nvPr/>
        </p:nvSpPr>
        <p:spPr>
          <a:xfrm>
            <a:off x="4960620" y="10744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29BFE"/>
                </a:solidFill>
              </a:rPr>
              <a:t>▲</a:t>
            </a:r>
            <a:endParaRPr lang="en-US" sz="4000" dirty="0"/>
          </a:p>
        </p:txBody>
      </p:sp>
      <p:sp>
        <p:nvSpPr>
          <p:cNvPr id="404" name="Shape 402"/>
          <p:cNvSpPr/>
          <p:nvPr/>
        </p:nvSpPr>
        <p:spPr>
          <a:xfrm>
            <a:off x="6423660" y="10744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D79A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5" name="Text 403"/>
          <p:cNvSpPr/>
          <p:nvPr/>
        </p:nvSpPr>
        <p:spPr>
          <a:xfrm>
            <a:off x="7886700" y="10744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7675"/>
                </a:solidFill>
              </a:rPr>
              <a:t>▲</a:t>
            </a:r>
            <a:endParaRPr lang="en-US" sz="4000" dirty="0"/>
          </a:p>
        </p:txBody>
      </p:sp>
      <p:sp>
        <p:nvSpPr>
          <p:cNvPr id="406" name="Shape 404"/>
          <p:cNvSpPr/>
          <p:nvPr/>
        </p:nvSpPr>
        <p:spPr>
          <a:xfrm>
            <a:off x="9349740" y="1074420"/>
            <a:ext cx="685800" cy="685800"/>
          </a:xfrm>
          <a:prstGeom prst="ellipse">
            <a:avLst/>
          </a:prstGeom>
          <a:solidFill>
            <a:srgbClr val="FDCB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7" name="Text 405"/>
          <p:cNvSpPr/>
          <p:nvPr/>
        </p:nvSpPr>
        <p:spPr>
          <a:xfrm>
            <a:off x="1303020" y="22174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4ECDC4"/>
                </a:solidFill>
              </a:rPr>
              <a:t>▲</a:t>
            </a:r>
            <a:endParaRPr lang="en-US" sz="4000" dirty="0"/>
          </a:p>
        </p:txBody>
      </p:sp>
      <p:sp>
        <p:nvSpPr>
          <p:cNvPr id="408" name="Shape 406"/>
          <p:cNvSpPr/>
          <p:nvPr/>
        </p:nvSpPr>
        <p:spPr>
          <a:xfrm>
            <a:off x="4229100" y="22174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7429500" y="2217420"/>
            <a:ext cx="685800" cy="68580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10172700" y="22174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274320" y="3383280"/>
            <a:ext cx="35661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274320" y="5577840"/>
            <a:ext cx="3566160" cy="402336"/>
          </a:xfrm>
          <a:prstGeom prst="roundRect">
            <a:avLst>
              <a:gd name="adj" fmla="val 22727"/>
            </a:avLst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Text 411"/>
          <p:cNvSpPr/>
          <p:nvPr/>
        </p:nvSpPr>
        <p:spPr>
          <a:xfrm>
            <a:off x="274320" y="55778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Circles ⭕</a:t>
            </a:r>
            <a:endParaRPr lang="en-US" sz="1500" dirty="0"/>
          </a:p>
        </p:txBody>
      </p:sp>
      <p:sp>
        <p:nvSpPr>
          <p:cNvPr id="414" name="Shape 412"/>
          <p:cNvSpPr/>
          <p:nvPr/>
        </p:nvSpPr>
        <p:spPr>
          <a:xfrm>
            <a:off x="4297680" y="3383280"/>
            <a:ext cx="35661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4297680" y="5577840"/>
            <a:ext cx="3566160" cy="402336"/>
          </a:xfrm>
          <a:prstGeom prst="roundRect">
            <a:avLst>
              <a:gd name="adj" fmla="val 2272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Text 414"/>
          <p:cNvSpPr/>
          <p:nvPr/>
        </p:nvSpPr>
        <p:spPr>
          <a:xfrm>
            <a:off x="4297680" y="55778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Squares 🟥</a:t>
            </a:r>
            <a:endParaRPr lang="en-US" sz="1500" dirty="0"/>
          </a:p>
        </p:txBody>
      </p:sp>
      <p:sp>
        <p:nvSpPr>
          <p:cNvPr id="417" name="Shape 415"/>
          <p:cNvSpPr/>
          <p:nvPr/>
        </p:nvSpPr>
        <p:spPr>
          <a:xfrm>
            <a:off x="8321040" y="3383280"/>
            <a:ext cx="35661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A29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8321040" y="5577840"/>
            <a:ext cx="3566160" cy="402336"/>
          </a:xfrm>
          <a:prstGeom prst="roundRect">
            <a:avLst>
              <a:gd name="adj" fmla="val 22727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Text 417"/>
          <p:cNvSpPr/>
          <p:nvPr/>
        </p:nvSpPr>
        <p:spPr>
          <a:xfrm>
            <a:off x="8321040" y="55778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Triangles 🔺</a:t>
            </a:r>
            <a:endParaRPr lang="en-US" sz="1500" dirty="0"/>
          </a:p>
        </p:txBody>
      </p:sp>
      <p:sp>
        <p:nvSpPr>
          <p:cNvPr id="420" name="Shape 41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Text 4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CCFFEE">
              <a:alpha val="45000"/>
            </a:srgbClr>
          </a:solidFill>
          <a:ln w="12700">
            <a:solidFill>
              <a:srgbClr val="CCFF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Tracing Fun!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over the dotted lines with your pencil or crayon!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457200" y="13716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Text 399"/>
          <p:cNvSpPr/>
          <p:nvPr/>
        </p:nvSpPr>
        <p:spPr>
          <a:xfrm>
            <a:off x="457200" y="1554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⭕</a:t>
            </a:r>
            <a:endParaRPr lang="en-US" sz="6000" dirty="0"/>
          </a:p>
        </p:txBody>
      </p:sp>
      <p:sp>
        <p:nvSpPr>
          <p:cNvPr id="402" name="Shape 400"/>
          <p:cNvSpPr/>
          <p:nvPr/>
        </p:nvSpPr>
        <p:spPr>
          <a:xfrm>
            <a:off x="640080" y="292608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74B9FF">
              <a:alpha val="15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Text 401"/>
          <p:cNvSpPr/>
          <p:nvPr/>
        </p:nvSpPr>
        <p:spPr>
          <a:xfrm>
            <a:off x="6400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4B9FF"/>
                </a:solidFill>
              </a:rPr>
              <a:t>Trace here! ✏️</a:t>
            </a:r>
            <a:endParaRPr lang="en-US" sz="1100" dirty="0"/>
          </a:p>
        </p:txBody>
      </p:sp>
      <p:sp>
        <p:nvSpPr>
          <p:cNvPr id="404" name="Shape 402"/>
          <p:cNvSpPr/>
          <p:nvPr/>
        </p:nvSpPr>
        <p:spPr>
          <a:xfrm>
            <a:off x="457200" y="4846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Text 403"/>
          <p:cNvSpPr/>
          <p:nvPr/>
        </p:nvSpPr>
        <p:spPr>
          <a:xfrm>
            <a:off x="457200" y="4846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Circle</a:t>
            </a:r>
            <a:endParaRPr lang="en-US" sz="1600" dirty="0"/>
          </a:p>
        </p:txBody>
      </p:sp>
      <p:sp>
        <p:nvSpPr>
          <p:cNvPr id="406" name="Shape 404"/>
          <p:cNvSpPr/>
          <p:nvPr/>
        </p:nvSpPr>
        <p:spPr>
          <a:xfrm>
            <a:off x="3200400" y="13716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7" name="Text 405"/>
          <p:cNvSpPr/>
          <p:nvPr/>
        </p:nvSpPr>
        <p:spPr>
          <a:xfrm>
            <a:off x="3200400" y="1554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🟦</a:t>
            </a:r>
            <a:endParaRPr lang="en-US" sz="6000" dirty="0"/>
          </a:p>
        </p:txBody>
      </p:sp>
      <p:sp>
        <p:nvSpPr>
          <p:cNvPr id="408" name="Shape 406"/>
          <p:cNvSpPr/>
          <p:nvPr/>
        </p:nvSpPr>
        <p:spPr>
          <a:xfrm>
            <a:off x="3383280" y="292608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407"/>
          <p:cNvSpPr/>
          <p:nvPr/>
        </p:nvSpPr>
        <p:spPr>
          <a:xfrm>
            <a:off x="33832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B6B"/>
                </a:solidFill>
              </a:rPr>
              <a:t>Trace here! ✏️</a:t>
            </a:r>
            <a:endParaRPr lang="en-US" sz="1100" dirty="0"/>
          </a:p>
        </p:txBody>
      </p:sp>
      <p:sp>
        <p:nvSpPr>
          <p:cNvPr id="410" name="Shape 408"/>
          <p:cNvSpPr/>
          <p:nvPr/>
        </p:nvSpPr>
        <p:spPr>
          <a:xfrm>
            <a:off x="3200400" y="4846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 409"/>
          <p:cNvSpPr/>
          <p:nvPr/>
        </p:nvSpPr>
        <p:spPr>
          <a:xfrm>
            <a:off x="3200400" y="4846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Square</a:t>
            </a:r>
            <a:endParaRPr lang="en-US" sz="1600" dirty="0"/>
          </a:p>
        </p:txBody>
      </p:sp>
      <p:sp>
        <p:nvSpPr>
          <p:cNvPr id="412" name="Shape 410"/>
          <p:cNvSpPr/>
          <p:nvPr/>
        </p:nvSpPr>
        <p:spPr>
          <a:xfrm>
            <a:off x="5943600" y="13716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3" name="Text 411"/>
          <p:cNvSpPr/>
          <p:nvPr/>
        </p:nvSpPr>
        <p:spPr>
          <a:xfrm>
            <a:off x="5943600" y="1554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⭐</a:t>
            </a:r>
            <a:endParaRPr lang="en-US" sz="6000" dirty="0"/>
          </a:p>
        </p:txBody>
      </p:sp>
      <p:sp>
        <p:nvSpPr>
          <p:cNvPr id="414" name="Shape 412"/>
          <p:cNvSpPr/>
          <p:nvPr/>
        </p:nvSpPr>
        <p:spPr>
          <a:xfrm>
            <a:off x="6126480" y="292608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E66D">
              <a:alpha val="15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3"/>
          <p:cNvSpPr/>
          <p:nvPr/>
        </p:nvSpPr>
        <p:spPr>
          <a:xfrm>
            <a:off x="61264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66D"/>
                </a:solidFill>
              </a:rPr>
              <a:t>Trace here! ✏️</a:t>
            </a:r>
            <a:endParaRPr lang="en-US" sz="1100" dirty="0"/>
          </a:p>
        </p:txBody>
      </p:sp>
      <p:sp>
        <p:nvSpPr>
          <p:cNvPr id="416" name="Shape 414"/>
          <p:cNvSpPr/>
          <p:nvPr/>
        </p:nvSpPr>
        <p:spPr>
          <a:xfrm>
            <a:off x="5943600" y="4846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415"/>
          <p:cNvSpPr/>
          <p:nvPr/>
        </p:nvSpPr>
        <p:spPr>
          <a:xfrm>
            <a:off x="5943600" y="4846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</a:t>
            </a:r>
            <a:endParaRPr lang="en-US" sz="1600" dirty="0"/>
          </a:p>
        </p:txBody>
      </p:sp>
      <p:sp>
        <p:nvSpPr>
          <p:cNvPr id="418" name="Shape 416"/>
          <p:cNvSpPr/>
          <p:nvPr/>
        </p:nvSpPr>
        <p:spPr>
          <a:xfrm>
            <a:off x="8686800" y="13716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9" name="Text 417"/>
          <p:cNvSpPr/>
          <p:nvPr/>
        </p:nvSpPr>
        <p:spPr>
          <a:xfrm>
            <a:off x="8686800" y="15544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❤️</a:t>
            </a:r>
            <a:endParaRPr lang="en-US" sz="6000" dirty="0"/>
          </a:p>
        </p:txBody>
      </p:sp>
      <p:sp>
        <p:nvSpPr>
          <p:cNvPr id="420" name="Shape 418"/>
          <p:cNvSpPr/>
          <p:nvPr/>
        </p:nvSpPr>
        <p:spPr>
          <a:xfrm>
            <a:off x="8869680" y="292608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D79A8">
              <a:alpha val="15000"/>
            </a:srgbClr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Text 419"/>
          <p:cNvSpPr/>
          <p:nvPr/>
        </p:nvSpPr>
        <p:spPr>
          <a:xfrm>
            <a:off x="88696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D79A8"/>
                </a:solidFill>
              </a:rPr>
              <a:t>Trace here! ✏️</a:t>
            </a:r>
            <a:endParaRPr lang="en-US" sz="1100" dirty="0"/>
          </a:p>
        </p:txBody>
      </p:sp>
      <p:sp>
        <p:nvSpPr>
          <p:cNvPr id="422" name="Shape 420"/>
          <p:cNvSpPr/>
          <p:nvPr/>
        </p:nvSpPr>
        <p:spPr>
          <a:xfrm>
            <a:off x="8686800" y="4846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Text 421"/>
          <p:cNvSpPr/>
          <p:nvPr/>
        </p:nvSpPr>
        <p:spPr>
          <a:xfrm>
            <a:off x="8686800" y="4846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Heart</a:t>
            </a:r>
            <a:endParaRPr lang="en-US" sz="1600" dirty="0"/>
          </a:p>
        </p:txBody>
      </p:sp>
      <p:sp>
        <p:nvSpPr>
          <p:cNvPr id="424" name="Shape 4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4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FFCCE0">
              <a:alpha val="45000"/>
            </a:srgbClr>
          </a:solidFill>
          <a:ln w="12700">
            <a:solidFill>
              <a:srgbClr val="FFCC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🧩 What Comes Next?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pattern and circle the correct answer!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274320" y="1280160"/>
            <a:ext cx="11612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457200" y="138988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Text 400"/>
          <p:cNvSpPr/>
          <p:nvPr/>
        </p:nvSpPr>
        <p:spPr>
          <a:xfrm>
            <a:off x="45720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🔴</a:t>
            </a:r>
            <a:endParaRPr lang="en-US" sz="2800" dirty="0"/>
          </a:p>
        </p:txBody>
      </p:sp>
      <p:sp>
        <p:nvSpPr>
          <p:cNvPr id="403" name="Shape 401"/>
          <p:cNvSpPr/>
          <p:nvPr/>
        </p:nvSpPr>
        <p:spPr>
          <a:xfrm>
            <a:off x="1554480" y="138988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Text 402"/>
          <p:cNvSpPr/>
          <p:nvPr/>
        </p:nvSpPr>
        <p:spPr>
          <a:xfrm>
            <a:off x="155448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405" name="Shape 403"/>
          <p:cNvSpPr/>
          <p:nvPr/>
        </p:nvSpPr>
        <p:spPr>
          <a:xfrm>
            <a:off x="2651760" y="138988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265176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🔴</a:t>
            </a:r>
            <a:endParaRPr lang="en-US" sz="2800" dirty="0"/>
          </a:p>
        </p:txBody>
      </p:sp>
      <p:sp>
        <p:nvSpPr>
          <p:cNvPr id="407" name="Shape 405"/>
          <p:cNvSpPr/>
          <p:nvPr/>
        </p:nvSpPr>
        <p:spPr>
          <a:xfrm>
            <a:off x="3749040" y="138988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Text 406"/>
          <p:cNvSpPr/>
          <p:nvPr/>
        </p:nvSpPr>
        <p:spPr>
          <a:xfrm>
            <a:off x="374904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409" name="Shape 407"/>
          <p:cNvSpPr/>
          <p:nvPr/>
        </p:nvSpPr>
        <p:spPr>
          <a:xfrm>
            <a:off x="4846320" y="138988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Text 408"/>
          <p:cNvSpPr/>
          <p:nvPr/>
        </p:nvSpPr>
        <p:spPr>
          <a:xfrm>
            <a:off x="484632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🔴</a:t>
            </a:r>
            <a:endParaRPr lang="en-US" sz="2800" dirty="0"/>
          </a:p>
        </p:txBody>
      </p:sp>
      <p:sp>
        <p:nvSpPr>
          <p:cNvPr id="411" name="Shape 409"/>
          <p:cNvSpPr/>
          <p:nvPr/>
        </p:nvSpPr>
        <p:spPr>
          <a:xfrm>
            <a:off x="5943600" y="138988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E66D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Text 410"/>
          <p:cNvSpPr/>
          <p:nvPr/>
        </p:nvSpPr>
        <p:spPr>
          <a:xfrm>
            <a:off x="594360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</a:rPr>
              <a:t>?</a:t>
            </a:r>
            <a:endParaRPr lang="en-US" sz="3200" dirty="0"/>
          </a:p>
        </p:txBody>
      </p:sp>
      <p:sp>
        <p:nvSpPr>
          <p:cNvPr id="413" name="Text 411"/>
          <p:cNvSpPr/>
          <p:nvPr/>
        </p:nvSpPr>
        <p:spPr>
          <a:xfrm>
            <a:off x="7772400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Pick one:</a:t>
            </a:r>
            <a:endParaRPr lang="en-US" sz="1100" dirty="0"/>
          </a:p>
        </p:txBody>
      </p:sp>
      <p:sp>
        <p:nvSpPr>
          <p:cNvPr id="414" name="Shape 412"/>
          <p:cNvSpPr/>
          <p:nvPr/>
        </p:nvSpPr>
        <p:spPr>
          <a:xfrm>
            <a:off x="8778240" y="1463040"/>
            <a:ext cx="804672" cy="804672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3"/>
          <p:cNvSpPr/>
          <p:nvPr/>
        </p:nvSpPr>
        <p:spPr>
          <a:xfrm>
            <a:off x="8778240" y="14630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416" name="Shape 414"/>
          <p:cNvSpPr/>
          <p:nvPr/>
        </p:nvSpPr>
        <p:spPr>
          <a:xfrm>
            <a:off x="9829800" y="1463040"/>
            <a:ext cx="804672" cy="804672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415"/>
          <p:cNvSpPr/>
          <p:nvPr/>
        </p:nvSpPr>
        <p:spPr>
          <a:xfrm>
            <a:off x="9829800" y="14630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418" name="Shape 416"/>
          <p:cNvSpPr/>
          <p:nvPr/>
        </p:nvSpPr>
        <p:spPr>
          <a:xfrm>
            <a:off x="10881360" y="1463040"/>
            <a:ext cx="804672" cy="804672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Text 417"/>
          <p:cNvSpPr/>
          <p:nvPr/>
        </p:nvSpPr>
        <p:spPr>
          <a:xfrm>
            <a:off x="10881360" y="14630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420" name="Shape 418"/>
          <p:cNvSpPr/>
          <p:nvPr/>
        </p:nvSpPr>
        <p:spPr>
          <a:xfrm>
            <a:off x="274320" y="2606040"/>
            <a:ext cx="11612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45720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Text 420"/>
          <p:cNvSpPr/>
          <p:nvPr/>
        </p:nvSpPr>
        <p:spPr>
          <a:xfrm>
            <a:off x="45720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423" name="Shape 421"/>
          <p:cNvSpPr/>
          <p:nvPr/>
        </p:nvSpPr>
        <p:spPr>
          <a:xfrm>
            <a:off x="155448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Text 422"/>
          <p:cNvSpPr/>
          <p:nvPr/>
        </p:nvSpPr>
        <p:spPr>
          <a:xfrm>
            <a:off x="155448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425" name="Shape 423"/>
          <p:cNvSpPr/>
          <p:nvPr/>
        </p:nvSpPr>
        <p:spPr>
          <a:xfrm>
            <a:off x="265176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Text 424"/>
          <p:cNvSpPr/>
          <p:nvPr/>
        </p:nvSpPr>
        <p:spPr>
          <a:xfrm>
            <a:off x="265176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427" name="Shape 425"/>
          <p:cNvSpPr/>
          <p:nvPr/>
        </p:nvSpPr>
        <p:spPr>
          <a:xfrm>
            <a:off x="374904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Text 426"/>
          <p:cNvSpPr/>
          <p:nvPr/>
        </p:nvSpPr>
        <p:spPr>
          <a:xfrm>
            <a:off x="374904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429" name="Shape 427"/>
          <p:cNvSpPr/>
          <p:nvPr/>
        </p:nvSpPr>
        <p:spPr>
          <a:xfrm>
            <a:off x="484632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428"/>
          <p:cNvSpPr/>
          <p:nvPr/>
        </p:nvSpPr>
        <p:spPr>
          <a:xfrm>
            <a:off x="484632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431" name="Shape 429"/>
          <p:cNvSpPr/>
          <p:nvPr/>
        </p:nvSpPr>
        <p:spPr>
          <a:xfrm>
            <a:off x="5943600" y="27157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E66D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Text 430"/>
          <p:cNvSpPr/>
          <p:nvPr/>
        </p:nvSpPr>
        <p:spPr>
          <a:xfrm>
            <a:off x="594360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</a:rPr>
              <a:t>?</a:t>
            </a:r>
            <a:endParaRPr lang="en-US" sz="3200" dirty="0"/>
          </a:p>
        </p:txBody>
      </p:sp>
      <p:sp>
        <p:nvSpPr>
          <p:cNvPr id="433" name="Text 431"/>
          <p:cNvSpPr/>
          <p:nvPr/>
        </p:nvSpPr>
        <p:spPr>
          <a:xfrm>
            <a:off x="7772400" y="2715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Pick one:</a:t>
            </a:r>
            <a:endParaRPr lang="en-US" sz="1100" dirty="0"/>
          </a:p>
        </p:txBody>
      </p:sp>
      <p:sp>
        <p:nvSpPr>
          <p:cNvPr id="434" name="Shape 432"/>
          <p:cNvSpPr/>
          <p:nvPr/>
        </p:nvSpPr>
        <p:spPr>
          <a:xfrm>
            <a:off x="8778240" y="2788920"/>
            <a:ext cx="804672" cy="804672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Text 433"/>
          <p:cNvSpPr/>
          <p:nvPr/>
        </p:nvSpPr>
        <p:spPr>
          <a:xfrm>
            <a:off x="877824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436" name="Shape 434"/>
          <p:cNvSpPr/>
          <p:nvPr/>
        </p:nvSpPr>
        <p:spPr>
          <a:xfrm>
            <a:off x="9829800" y="2788920"/>
            <a:ext cx="804672" cy="804672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Text 435"/>
          <p:cNvSpPr/>
          <p:nvPr/>
        </p:nvSpPr>
        <p:spPr>
          <a:xfrm>
            <a:off x="982980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438" name="Shape 436"/>
          <p:cNvSpPr/>
          <p:nvPr/>
        </p:nvSpPr>
        <p:spPr>
          <a:xfrm>
            <a:off x="10881360" y="2788920"/>
            <a:ext cx="804672" cy="804672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Text 437"/>
          <p:cNvSpPr/>
          <p:nvPr/>
        </p:nvSpPr>
        <p:spPr>
          <a:xfrm>
            <a:off x="1088136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440" name="Shape 438"/>
          <p:cNvSpPr/>
          <p:nvPr/>
        </p:nvSpPr>
        <p:spPr>
          <a:xfrm>
            <a:off x="274320" y="3931920"/>
            <a:ext cx="11612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457200" y="404164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Text 440"/>
          <p:cNvSpPr/>
          <p:nvPr/>
        </p:nvSpPr>
        <p:spPr>
          <a:xfrm>
            <a:off x="45720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🐱</a:t>
            </a:r>
            <a:endParaRPr lang="en-US" sz="2800" dirty="0"/>
          </a:p>
        </p:txBody>
      </p:sp>
      <p:sp>
        <p:nvSpPr>
          <p:cNvPr id="443" name="Shape 441"/>
          <p:cNvSpPr/>
          <p:nvPr/>
        </p:nvSpPr>
        <p:spPr>
          <a:xfrm>
            <a:off x="1554480" y="404164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Text 442"/>
          <p:cNvSpPr/>
          <p:nvPr/>
        </p:nvSpPr>
        <p:spPr>
          <a:xfrm>
            <a:off x="155448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🐶</a:t>
            </a:r>
            <a:endParaRPr lang="en-US" sz="2800" dirty="0"/>
          </a:p>
        </p:txBody>
      </p:sp>
      <p:sp>
        <p:nvSpPr>
          <p:cNvPr id="445" name="Shape 443"/>
          <p:cNvSpPr/>
          <p:nvPr/>
        </p:nvSpPr>
        <p:spPr>
          <a:xfrm>
            <a:off x="2651760" y="404164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Text 444"/>
          <p:cNvSpPr/>
          <p:nvPr/>
        </p:nvSpPr>
        <p:spPr>
          <a:xfrm>
            <a:off x="265176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🐱</a:t>
            </a:r>
            <a:endParaRPr lang="en-US" sz="2800" dirty="0"/>
          </a:p>
        </p:txBody>
      </p:sp>
      <p:sp>
        <p:nvSpPr>
          <p:cNvPr id="447" name="Shape 445"/>
          <p:cNvSpPr/>
          <p:nvPr/>
        </p:nvSpPr>
        <p:spPr>
          <a:xfrm>
            <a:off x="3749040" y="404164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Text 446"/>
          <p:cNvSpPr/>
          <p:nvPr/>
        </p:nvSpPr>
        <p:spPr>
          <a:xfrm>
            <a:off x="374904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🐶</a:t>
            </a:r>
            <a:endParaRPr lang="en-US" sz="2800" dirty="0"/>
          </a:p>
        </p:txBody>
      </p:sp>
      <p:sp>
        <p:nvSpPr>
          <p:cNvPr id="449" name="Shape 447"/>
          <p:cNvSpPr/>
          <p:nvPr/>
        </p:nvSpPr>
        <p:spPr>
          <a:xfrm>
            <a:off x="4846320" y="404164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Text 448"/>
          <p:cNvSpPr/>
          <p:nvPr/>
        </p:nvSpPr>
        <p:spPr>
          <a:xfrm>
            <a:off x="484632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🐱</a:t>
            </a:r>
            <a:endParaRPr lang="en-US" sz="2800" dirty="0"/>
          </a:p>
        </p:txBody>
      </p:sp>
      <p:sp>
        <p:nvSpPr>
          <p:cNvPr id="451" name="Shape 449"/>
          <p:cNvSpPr/>
          <p:nvPr/>
        </p:nvSpPr>
        <p:spPr>
          <a:xfrm>
            <a:off x="5943600" y="404164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E66D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Text 450"/>
          <p:cNvSpPr/>
          <p:nvPr/>
        </p:nvSpPr>
        <p:spPr>
          <a:xfrm>
            <a:off x="594360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</a:rPr>
              <a:t>?</a:t>
            </a:r>
            <a:endParaRPr lang="en-US" sz="3200" dirty="0"/>
          </a:p>
        </p:txBody>
      </p:sp>
      <p:sp>
        <p:nvSpPr>
          <p:cNvPr id="453" name="Text 451"/>
          <p:cNvSpPr/>
          <p:nvPr/>
        </p:nvSpPr>
        <p:spPr>
          <a:xfrm>
            <a:off x="7772400" y="4041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Pick one:</a:t>
            </a:r>
            <a:endParaRPr lang="en-US" sz="1100" dirty="0"/>
          </a:p>
        </p:txBody>
      </p:sp>
      <p:sp>
        <p:nvSpPr>
          <p:cNvPr id="454" name="Shape 452"/>
          <p:cNvSpPr/>
          <p:nvPr/>
        </p:nvSpPr>
        <p:spPr>
          <a:xfrm>
            <a:off x="8778240" y="4114800"/>
            <a:ext cx="804672" cy="804672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Text 453"/>
          <p:cNvSpPr/>
          <p:nvPr/>
        </p:nvSpPr>
        <p:spPr>
          <a:xfrm>
            <a:off x="8778240" y="41148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🐱</a:t>
            </a:r>
            <a:endParaRPr lang="en-US" sz="2400" dirty="0"/>
          </a:p>
        </p:txBody>
      </p:sp>
      <p:sp>
        <p:nvSpPr>
          <p:cNvPr id="456" name="Shape 454"/>
          <p:cNvSpPr/>
          <p:nvPr/>
        </p:nvSpPr>
        <p:spPr>
          <a:xfrm>
            <a:off x="9829800" y="4114800"/>
            <a:ext cx="804672" cy="804672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Text 455"/>
          <p:cNvSpPr/>
          <p:nvPr/>
        </p:nvSpPr>
        <p:spPr>
          <a:xfrm>
            <a:off x="9829800" y="41148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🐶</a:t>
            </a:r>
            <a:endParaRPr lang="en-US" sz="2400" dirty="0"/>
          </a:p>
        </p:txBody>
      </p:sp>
      <p:sp>
        <p:nvSpPr>
          <p:cNvPr id="458" name="Shape 456"/>
          <p:cNvSpPr/>
          <p:nvPr/>
        </p:nvSpPr>
        <p:spPr>
          <a:xfrm>
            <a:off x="10881360" y="4114800"/>
            <a:ext cx="804672" cy="804672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Text 457"/>
          <p:cNvSpPr/>
          <p:nvPr/>
        </p:nvSpPr>
        <p:spPr>
          <a:xfrm>
            <a:off x="10881360" y="41148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🐸</a:t>
            </a:r>
            <a:endParaRPr lang="en-US" sz="2400" dirty="0"/>
          </a:p>
        </p:txBody>
      </p:sp>
      <p:sp>
        <p:nvSpPr>
          <p:cNvPr id="460" name="Shape 458"/>
          <p:cNvSpPr/>
          <p:nvPr/>
        </p:nvSpPr>
        <p:spPr>
          <a:xfrm>
            <a:off x="274320" y="5257800"/>
            <a:ext cx="11612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457200" y="536752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Text 460"/>
          <p:cNvSpPr/>
          <p:nvPr/>
        </p:nvSpPr>
        <p:spPr>
          <a:xfrm>
            <a:off x="45720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🟥</a:t>
            </a:r>
            <a:endParaRPr lang="en-US" sz="2800" dirty="0"/>
          </a:p>
        </p:txBody>
      </p:sp>
      <p:sp>
        <p:nvSpPr>
          <p:cNvPr id="463" name="Shape 461"/>
          <p:cNvSpPr/>
          <p:nvPr/>
        </p:nvSpPr>
        <p:spPr>
          <a:xfrm>
            <a:off x="1554480" y="536752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Text 462"/>
          <p:cNvSpPr/>
          <p:nvPr/>
        </p:nvSpPr>
        <p:spPr>
          <a:xfrm>
            <a:off x="155448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🟦</a:t>
            </a:r>
            <a:endParaRPr lang="en-US" sz="2800" dirty="0"/>
          </a:p>
        </p:txBody>
      </p:sp>
      <p:sp>
        <p:nvSpPr>
          <p:cNvPr id="465" name="Shape 463"/>
          <p:cNvSpPr/>
          <p:nvPr/>
        </p:nvSpPr>
        <p:spPr>
          <a:xfrm>
            <a:off x="2651760" y="536752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Text 464"/>
          <p:cNvSpPr/>
          <p:nvPr/>
        </p:nvSpPr>
        <p:spPr>
          <a:xfrm>
            <a:off x="265176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🟨</a:t>
            </a:r>
            <a:endParaRPr lang="en-US" sz="2800" dirty="0"/>
          </a:p>
        </p:txBody>
      </p:sp>
      <p:sp>
        <p:nvSpPr>
          <p:cNvPr id="467" name="Shape 465"/>
          <p:cNvSpPr/>
          <p:nvPr/>
        </p:nvSpPr>
        <p:spPr>
          <a:xfrm>
            <a:off x="3749040" y="536752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Text 466"/>
          <p:cNvSpPr/>
          <p:nvPr/>
        </p:nvSpPr>
        <p:spPr>
          <a:xfrm>
            <a:off x="374904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🟥</a:t>
            </a:r>
            <a:endParaRPr lang="en-US" sz="2800" dirty="0"/>
          </a:p>
        </p:txBody>
      </p:sp>
      <p:sp>
        <p:nvSpPr>
          <p:cNvPr id="469" name="Shape 467"/>
          <p:cNvSpPr/>
          <p:nvPr/>
        </p:nvSpPr>
        <p:spPr>
          <a:xfrm>
            <a:off x="4846320" y="536752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0F5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Text 468"/>
          <p:cNvSpPr/>
          <p:nvPr/>
        </p:nvSpPr>
        <p:spPr>
          <a:xfrm>
            <a:off x="484632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🟦</a:t>
            </a:r>
            <a:endParaRPr lang="en-US" sz="2800" dirty="0"/>
          </a:p>
        </p:txBody>
      </p:sp>
      <p:sp>
        <p:nvSpPr>
          <p:cNvPr id="471" name="Shape 469"/>
          <p:cNvSpPr/>
          <p:nvPr/>
        </p:nvSpPr>
        <p:spPr>
          <a:xfrm>
            <a:off x="5943600" y="536752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E66D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Text 470"/>
          <p:cNvSpPr/>
          <p:nvPr/>
        </p:nvSpPr>
        <p:spPr>
          <a:xfrm>
            <a:off x="594360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</a:rPr>
              <a:t>?</a:t>
            </a:r>
            <a:endParaRPr lang="en-US" sz="3200" dirty="0"/>
          </a:p>
        </p:txBody>
      </p:sp>
      <p:sp>
        <p:nvSpPr>
          <p:cNvPr id="473" name="Text 471"/>
          <p:cNvSpPr/>
          <p:nvPr/>
        </p:nvSpPr>
        <p:spPr>
          <a:xfrm>
            <a:off x="7772400" y="5367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Pick one:</a:t>
            </a:r>
            <a:endParaRPr lang="en-US" sz="1100" dirty="0"/>
          </a:p>
        </p:txBody>
      </p:sp>
      <p:sp>
        <p:nvSpPr>
          <p:cNvPr id="474" name="Shape 472"/>
          <p:cNvSpPr/>
          <p:nvPr/>
        </p:nvSpPr>
        <p:spPr>
          <a:xfrm>
            <a:off x="8778240" y="5440680"/>
            <a:ext cx="804672" cy="804672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Text 473"/>
          <p:cNvSpPr/>
          <p:nvPr/>
        </p:nvSpPr>
        <p:spPr>
          <a:xfrm>
            <a:off x="8778240" y="5440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🟥</a:t>
            </a:r>
            <a:endParaRPr lang="en-US" sz="2400" dirty="0"/>
          </a:p>
        </p:txBody>
      </p:sp>
      <p:sp>
        <p:nvSpPr>
          <p:cNvPr id="476" name="Shape 474"/>
          <p:cNvSpPr/>
          <p:nvPr/>
        </p:nvSpPr>
        <p:spPr>
          <a:xfrm>
            <a:off x="9829800" y="5440680"/>
            <a:ext cx="804672" cy="804672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Text 475"/>
          <p:cNvSpPr/>
          <p:nvPr/>
        </p:nvSpPr>
        <p:spPr>
          <a:xfrm>
            <a:off x="9829800" y="5440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🟨</a:t>
            </a:r>
            <a:endParaRPr lang="en-US" sz="2400" dirty="0"/>
          </a:p>
        </p:txBody>
      </p:sp>
      <p:sp>
        <p:nvSpPr>
          <p:cNvPr id="478" name="Shape 476"/>
          <p:cNvSpPr/>
          <p:nvPr/>
        </p:nvSpPr>
        <p:spPr>
          <a:xfrm>
            <a:off x="10881360" y="5440680"/>
            <a:ext cx="804672" cy="804672"/>
          </a:xfrm>
          <a:prstGeom prst="ellipse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Text 477"/>
          <p:cNvSpPr/>
          <p:nvPr/>
        </p:nvSpPr>
        <p:spPr>
          <a:xfrm>
            <a:off x="10881360" y="54406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🟦</a:t>
            </a:r>
            <a:endParaRPr lang="en-US" sz="2400" dirty="0"/>
          </a:p>
        </p:txBody>
      </p:sp>
      <p:sp>
        <p:nvSpPr>
          <p:cNvPr id="480" name="Shape 47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Text 47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CCE5FF">
              <a:alpha val="45000"/>
            </a:srgbClr>
          </a:solidFill>
          <a:ln w="12700">
            <a:solidFill>
              <a:srgbClr val="CC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🔵 Big or Small?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the BIGGER one in each box!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274320" y="128016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548640" y="1463040"/>
            <a:ext cx="1280160" cy="1280160"/>
          </a:xfrm>
          <a:prstGeom prst="ellipse">
            <a:avLst/>
          </a:prstGeom>
          <a:solidFill>
            <a:srgbClr val="74B9FF">
              <a:alpha val="30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Text 400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🐘</a:t>
            </a:r>
            <a:endParaRPr lang="en-US" sz="4600" dirty="0"/>
          </a:p>
        </p:txBody>
      </p:sp>
      <p:sp>
        <p:nvSpPr>
          <p:cNvPr id="403" name="Text 401"/>
          <p:cNvSpPr/>
          <p:nvPr/>
        </p:nvSpPr>
        <p:spPr>
          <a:xfrm>
            <a:off x="41148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Elephant</a:t>
            </a:r>
            <a:endParaRPr lang="en-US" sz="1100" dirty="0"/>
          </a:p>
        </p:txBody>
      </p:sp>
      <p:sp>
        <p:nvSpPr>
          <p:cNvPr id="404" name="Text 402"/>
          <p:cNvSpPr/>
          <p:nvPr/>
        </p:nvSpPr>
        <p:spPr>
          <a:xfrm>
            <a:off x="1920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VS</a:t>
            </a:r>
            <a:endParaRPr lang="en-US" sz="1400" dirty="0"/>
          </a:p>
        </p:txBody>
      </p:sp>
      <p:sp>
        <p:nvSpPr>
          <p:cNvPr id="405" name="Shape 403"/>
          <p:cNvSpPr/>
          <p:nvPr/>
        </p:nvSpPr>
        <p:spPr>
          <a:xfrm>
            <a:off x="2377440" y="1783080"/>
            <a:ext cx="777240" cy="77724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237744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🐭</a:t>
            </a:r>
            <a:endParaRPr lang="en-US" sz="2800" dirty="0"/>
          </a:p>
        </p:txBody>
      </p:sp>
      <p:sp>
        <p:nvSpPr>
          <p:cNvPr id="407" name="Text 405"/>
          <p:cNvSpPr/>
          <p:nvPr/>
        </p:nvSpPr>
        <p:spPr>
          <a:xfrm>
            <a:off x="219456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Mouse</a:t>
            </a:r>
            <a:endParaRPr lang="en-US" sz="1100" dirty="0"/>
          </a:p>
        </p:txBody>
      </p:sp>
      <p:sp>
        <p:nvSpPr>
          <p:cNvPr id="408" name="Text 406"/>
          <p:cNvSpPr/>
          <p:nvPr/>
        </p:nvSpPr>
        <p:spPr>
          <a:xfrm>
            <a:off x="27432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Circle the bigger one! ⬆️</a:t>
            </a:r>
            <a:endParaRPr lang="en-US" sz="1000" dirty="0"/>
          </a:p>
        </p:txBody>
      </p:sp>
      <p:sp>
        <p:nvSpPr>
          <p:cNvPr id="409" name="Shape 407"/>
          <p:cNvSpPr/>
          <p:nvPr/>
        </p:nvSpPr>
        <p:spPr>
          <a:xfrm>
            <a:off x="4251960" y="128016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4526280" y="1463040"/>
            <a:ext cx="1280160" cy="1280160"/>
          </a:xfrm>
          <a:prstGeom prst="ellipse">
            <a:avLst/>
          </a:prstGeom>
          <a:solidFill>
            <a:srgbClr val="74B9FF">
              <a:alpha val="30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 409"/>
          <p:cNvSpPr/>
          <p:nvPr/>
        </p:nvSpPr>
        <p:spPr>
          <a:xfrm>
            <a:off x="452628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🌳</a:t>
            </a:r>
            <a:endParaRPr lang="en-US" sz="4600" dirty="0"/>
          </a:p>
        </p:txBody>
      </p:sp>
      <p:sp>
        <p:nvSpPr>
          <p:cNvPr id="412" name="Text 410"/>
          <p:cNvSpPr/>
          <p:nvPr/>
        </p:nvSpPr>
        <p:spPr>
          <a:xfrm>
            <a:off x="438912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Tree</a:t>
            </a:r>
            <a:endParaRPr lang="en-US" sz="1100" dirty="0"/>
          </a:p>
        </p:txBody>
      </p:sp>
      <p:sp>
        <p:nvSpPr>
          <p:cNvPr id="413" name="Text 411"/>
          <p:cNvSpPr/>
          <p:nvPr/>
        </p:nvSpPr>
        <p:spPr>
          <a:xfrm>
            <a:off x="58978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VS</a:t>
            </a:r>
            <a:endParaRPr lang="en-US" sz="1400" dirty="0"/>
          </a:p>
        </p:txBody>
      </p:sp>
      <p:sp>
        <p:nvSpPr>
          <p:cNvPr id="414" name="Shape 412"/>
          <p:cNvSpPr/>
          <p:nvPr/>
        </p:nvSpPr>
        <p:spPr>
          <a:xfrm>
            <a:off x="6355080" y="1783080"/>
            <a:ext cx="777240" cy="77724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3"/>
          <p:cNvSpPr/>
          <p:nvPr/>
        </p:nvSpPr>
        <p:spPr>
          <a:xfrm>
            <a:off x="635508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416" name="Text 414"/>
          <p:cNvSpPr/>
          <p:nvPr/>
        </p:nvSpPr>
        <p:spPr>
          <a:xfrm>
            <a:off x="617220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Sprout</a:t>
            </a:r>
            <a:endParaRPr lang="en-US" sz="1100" dirty="0"/>
          </a:p>
        </p:txBody>
      </p:sp>
      <p:sp>
        <p:nvSpPr>
          <p:cNvPr id="417" name="Text 415"/>
          <p:cNvSpPr/>
          <p:nvPr/>
        </p:nvSpPr>
        <p:spPr>
          <a:xfrm>
            <a:off x="425196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Circle the bigger one! ⬆️</a:t>
            </a:r>
            <a:endParaRPr lang="en-US" sz="1000" dirty="0"/>
          </a:p>
        </p:txBody>
      </p:sp>
      <p:sp>
        <p:nvSpPr>
          <p:cNvPr id="418" name="Shape 416"/>
          <p:cNvSpPr/>
          <p:nvPr/>
        </p:nvSpPr>
        <p:spPr>
          <a:xfrm>
            <a:off x="8229600" y="128016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8503920" y="1463040"/>
            <a:ext cx="1280160" cy="1280160"/>
          </a:xfrm>
          <a:prstGeom prst="ellipse">
            <a:avLst/>
          </a:prstGeom>
          <a:solidFill>
            <a:srgbClr val="74B9FF">
              <a:alpha val="30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Text 418"/>
          <p:cNvSpPr/>
          <p:nvPr/>
        </p:nvSpPr>
        <p:spPr>
          <a:xfrm>
            <a:off x="850392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🏠</a:t>
            </a:r>
            <a:endParaRPr lang="en-US" sz="4600" dirty="0"/>
          </a:p>
        </p:txBody>
      </p:sp>
      <p:sp>
        <p:nvSpPr>
          <p:cNvPr id="421" name="Text 419"/>
          <p:cNvSpPr/>
          <p:nvPr/>
        </p:nvSpPr>
        <p:spPr>
          <a:xfrm>
            <a:off x="836676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House</a:t>
            </a:r>
            <a:endParaRPr lang="en-US" sz="1100" dirty="0"/>
          </a:p>
        </p:txBody>
      </p:sp>
      <p:sp>
        <p:nvSpPr>
          <p:cNvPr id="422" name="Text 420"/>
          <p:cNvSpPr/>
          <p:nvPr/>
        </p:nvSpPr>
        <p:spPr>
          <a:xfrm>
            <a:off x="9875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VS</a:t>
            </a:r>
            <a:endParaRPr lang="en-US" sz="1400" dirty="0"/>
          </a:p>
        </p:txBody>
      </p:sp>
      <p:sp>
        <p:nvSpPr>
          <p:cNvPr id="423" name="Shape 421"/>
          <p:cNvSpPr/>
          <p:nvPr/>
        </p:nvSpPr>
        <p:spPr>
          <a:xfrm>
            <a:off x="10332720" y="1783080"/>
            <a:ext cx="777240" cy="77724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Text 422"/>
          <p:cNvSpPr/>
          <p:nvPr/>
        </p:nvSpPr>
        <p:spPr>
          <a:xfrm>
            <a:off x="1033272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🏡</a:t>
            </a:r>
            <a:endParaRPr lang="en-US" sz="2800" dirty="0"/>
          </a:p>
        </p:txBody>
      </p:sp>
      <p:sp>
        <p:nvSpPr>
          <p:cNvPr id="425" name="Text 423"/>
          <p:cNvSpPr/>
          <p:nvPr/>
        </p:nvSpPr>
        <p:spPr>
          <a:xfrm>
            <a:off x="1014984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Cottage</a:t>
            </a:r>
            <a:endParaRPr lang="en-US" sz="1100" dirty="0"/>
          </a:p>
        </p:txBody>
      </p:sp>
      <p:sp>
        <p:nvSpPr>
          <p:cNvPr id="426" name="Text 424"/>
          <p:cNvSpPr/>
          <p:nvPr/>
        </p:nvSpPr>
        <p:spPr>
          <a:xfrm>
            <a:off x="822960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Circle the bigger one! ⬆️</a:t>
            </a:r>
            <a:endParaRPr lang="en-US" sz="1000" dirty="0"/>
          </a:p>
        </p:txBody>
      </p:sp>
      <p:sp>
        <p:nvSpPr>
          <p:cNvPr id="427" name="Shape 425"/>
          <p:cNvSpPr/>
          <p:nvPr/>
        </p:nvSpPr>
        <p:spPr>
          <a:xfrm>
            <a:off x="274320" y="388620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548640" y="4069080"/>
            <a:ext cx="1280160" cy="1280160"/>
          </a:xfrm>
          <a:prstGeom prst="ellipse">
            <a:avLst/>
          </a:prstGeom>
          <a:solidFill>
            <a:srgbClr val="74B9FF">
              <a:alpha val="30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Text 427"/>
          <p:cNvSpPr/>
          <p:nvPr/>
        </p:nvSpPr>
        <p:spPr>
          <a:xfrm>
            <a:off x="548640" y="4069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🌕</a:t>
            </a:r>
            <a:endParaRPr lang="en-US" sz="4600" dirty="0"/>
          </a:p>
        </p:txBody>
      </p:sp>
      <p:sp>
        <p:nvSpPr>
          <p:cNvPr id="430" name="Text 428"/>
          <p:cNvSpPr/>
          <p:nvPr/>
        </p:nvSpPr>
        <p:spPr>
          <a:xfrm>
            <a:off x="411480" y="5394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Moon</a:t>
            </a:r>
            <a:endParaRPr lang="en-US" sz="1100" dirty="0"/>
          </a:p>
        </p:txBody>
      </p:sp>
      <p:sp>
        <p:nvSpPr>
          <p:cNvPr id="431" name="Text 429"/>
          <p:cNvSpPr/>
          <p:nvPr/>
        </p:nvSpPr>
        <p:spPr>
          <a:xfrm>
            <a:off x="192024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VS</a:t>
            </a:r>
            <a:endParaRPr lang="en-US" sz="1400" dirty="0"/>
          </a:p>
        </p:txBody>
      </p:sp>
      <p:sp>
        <p:nvSpPr>
          <p:cNvPr id="432" name="Shape 430"/>
          <p:cNvSpPr/>
          <p:nvPr/>
        </p:nvSpPr>
        <p:spPr>
          <a:xfrm>
            <a:off x="2377440" y="4389120"/>
            <a:ext cx="777240" cy="77724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Text 431"/>
          <p:cNvSpPr/>
          <p:nvPr/>
        </p:nvSpPr>
        <p:spPr>
          <a:xfrm>
            <a:off x="237744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434" name="Text 432"/>
          <p:cNvSpPr/>
          <p:nvPr/>
        </p:nvSpPr>
        <p:spPr>
          <a:xfrm>
            <a:off x="2194560" y="5394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Star</a:t>
            </a:r>
            <a:endParaRPr lang="en-US" sz="1100" dirty="0"/>
          </a:p>
        </p:txBody>
      </p:sp>
      <p:sp>
        <p:nvSpPr>
          <p:cNvPr id="435" name="Text 433"/>
          <p:cNvSpPr/>
          <p:nvPr/>
        </p:nvSpPr>
        <p:spPr>
          <a:xfrm>
            <a:off x="274320" y="5852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Circle the bigger one! ⬆️</a:t>
            </a:r>
            <a:endParaRPr lang="en-US" sz="1000" dirty="0"/>
          </a:p>
        </p:txBody>
      </p:sp>
      <p:sp>
        <p:nvSpPr>
          <p:cNvPr id="436" name="Shape 434"/>
          <p:cNvSpPr/>
          <p:nvPr/>
        </p:nvSpPr>
        <p:spPr>
          <a:xfrm>
            <a:off x="4251960" y="388620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4526280" y="4069080"/>
            <a:ext cx="1280160" cy="1280160"/>
          </a:xfrm>
          <a:prstGeom prst="ellipse">
            <a:avLst/>
          </a:prstGeom>
          <a:solidFill>
            <a:srgbClr val="74B9FF">
              <a:alpha val="30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Text 436"/>
          <p:cNvSpPr/>
          <p:nvPr/>
        </p:nvSpPr>
        <p:spPr>
          <a:xfrm>
            <a:off x="4526280" y="4069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🚌</a:t>
            </a:r>
            <a:endParaRPr lang="en-US" sz="4600" dirty="0"/>
          </a:p>
        </p:txBody>
      </p:sp>
      <p:sp>
        <p:nvSpPr>
          <p:cNvPr id="439" name="Text 437"/>
          <p:cNvSpPr/>
          <p:nvPr/>
        </p:nvSpPr>
        <p:spPr>
          <a:xfrm>
            <a:off x="4389120" y="5394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Bus</a:t>
            </a:r>
            <a:endParaRPr lang="en-US" sz="1100" dirty="0"/>
          </a:p>
        </p:txBody>
      </p:sp>
      <p:sp>
        <p:nvSpPr>
          <p:cNvPr id="440" name="Text 438"/>
          <p:cNvSpPr/>
          <p:nvPr/>
        </p:nvSpPr>
        <p:spPr>
          <a:xfrm>
            <a:off x="58978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VS</a:t>
            </a:r>
            <a:endParaRPr lang="en-US" sz="1400" dirty="0"/>
          </a:p>
        </p:txBody>
      </p:sp>
      <p:sp>
        <p:nvSpPr>
          <p:cNvPr id="441" name="Shape 439"/>
          <p:cNvSpPr/>
          <p:nvPr/>
        </p:nvSpPr>
        <p:spPr>
          <a:xfrm>
            <a:off x="6355080" y="4389120"/>
            <a:ext cx="777240" cy="77724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Text 440"/>
          <p:cNvSpPr/>
          <p:nvPr/>
        </p:nvSpPr>
        <p:spPr>
          <a:xfrm>
            <a:off x="635508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443" name="Text 441"/>
          <p:cNvSpPr/>
          <p:nvPr/>
        </p:nvSpPr>
        <p:spPr>
          <a:xfrm>
            <a:off x="6172200" y="5394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Car</a:t>
            </a:r>
            <a:endParaRPr lang="en-US" sz="1100" dirty="0"/>
          </a:p>
        </p:txBody>
      </p:sp>
      <p:sp>
        <p:nvSpPr>
          <p:cNvPr id="444" name="Text 442"/>
          <p:cNvSpPr/>
          <p:nvPr/>
        </p:nvSpPr>
        <p:spPr>
          <a:xfrm>
            <a:off x="4251960" y="5852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Circle the bigger one! ⬆️</a:t>
            </a:r>
            <a:endParaRPr lang="en-US" sz="1000" dirty="0"/>
          </a:p>
        </p:txBody>
      </p:sp>
      <p:sp>
        <p:nvSpPr>
          <p:cNvPr id="445" name="Shape 443"/>
          <p:cNvSpPr/>
          <p:nvPr/>
        </p:nvSpPr>
        <p:spPr>
          <a:xfrm>
            <a:off x="8229600" y="388620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8503920" y="4069080"/>
            <a:ext cx="1280160" cy="1280160"/>
          </a:xfrm>
          <a:prstGeom prst="ellipse">
            <a:avLst/>
          </a:prstGeom>
          <a:solidFill>
            <a:srgbClr val="74B9FF">
              <a:alpha val="30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Text 445"/>
          <p:cNvSpPr/>
          <p:nvPr/>
        </p:nvSpPr>
        <p:spPr>
          <a:xfrm>
            <a:off x="8503920" y="4069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🦁</a:t>
            </a:r>
            <a:endParaRPr lang="en-US" sz="4600" dirty="0"/>
          </a:p>
        </p:txBody>
      </p:sp>
      <p:sp>
        <p:nvSpPr>
          <p:cNvPr id="448" name="Text 446"/>
          <p:cNvSpPr/>
          <p:nvPr/>
        </p:nvSpPr>
        <p:spPr>
          <a:xfrm>
            <a:off x="8366760" y="5394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Lion</a:t>
            </a:r>
            <a:endParaRPr lang="en-US" sz="1100" dirty="0"/>
          </a:p>
        </p:txBody>
      </p:sp>
      <p:sp>
        <p:nvSpPr>
          <p:cNvPr id="449" name="Text 447"/>
          <p:cNvSpPr/>
          <p:nvPr/>
        </p:nvSpPr>
        <p:spPr>
          <a:xfrm>
            <a:off x="987552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VS</a:t>
            </a:r>
            <a:endParaRPr lang="en-US" sz="1400" dirty="0"/>
          </a:p>
        </p:txBody>
      </p:sp>
      <p:sp>
        <p:nvSpPr>
          <p:cNvPr id="450" name="Shape 448"/>
          <p:cNvSpPr/>
          <p:nvPr/>
        </p:nvSpPr>
        <p:spPr>
          <a:xfrm>
            <a:off x="10332720" y="4389120"/>
            <a:ext cx="777240" cy="77724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Text 449"/>
          <p:cNvSpPr/>
          <p:nvPr/>
        </p:nvSpPr>
        <p:spPr>
          <a:xfrm>
            <a:off x="1033272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🐱</a:t>
            </a:r>
            <a:endParaRPr lang="en-US" sz="2800" dirty="0"/>
          </a:p>
        </p:txBody>
      </p:sp>
      <p:sp>
        <p:nvSpPr>
          <p:cNvPr id="452" name="Text 450"/>
          <p:cNvSpPr/>
          <p:nvPr/>
        </p:nvSpPr>
        <p:spPr>
          <a:xfrm>
            <a:off x="10149840" y="5394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</a:rPr>
              <a:t>Cat</a:t>
            </a:r>
            <a:endParaRPr lang="en-US" sz="1100" dirty="0"/>
          </a:p>
        </p:txBody>
      </p:sp>
      <p:sp>
        <p:nvSpPr>
          <p:cNvPr id="453" name="Text 451"/>
          <p:cNvSpPr/>
          <p:nvPr/>
        </p:nvSpPr>
        <p:spPr>
          <a:xfrm>
            <a:off x="8229600" y="5852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Circle the bigger one! ⬆️</a:t>
            </a:r>
            <a:endParaRPr lang="en-US" sz="1000" dirty="0"/>
          </a:p>
        </p:txBody>
      </p:sp>
      <p:sp>
        <p:nvSpPr>
          <p:cNvPr id="454" name="Shape 45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Text 45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FFE8C0">
              <a:alpha val="45000"/>
            </a:srgbClr>
          </a:solidFill>
          <a:ln w="12700">
            <a:solidFill>
              <a:srgbClr val="FFE8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FF7675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🌈 Color by Number!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color key to color each shape!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274320" y="1188720"/>
            <a:ext cx="11612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Text 399"/>
          <p:cNvSpPr/>
          <p:nvPr/>
        </p:nvSpPr>
        <p:spPr>
          <a:xfrm>
            <a:off x="365760" y="12344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</a:rPr>
              <a:t>Color Key:</a:t>
            </a:r>
            <a:endParaRPr lang="en-US" sz="1400" dirty="0"/>
          </a:p>
        </p:txBody>
      </p:sp>
      <p:sp>
        <p:nvSpPr>
          <p:cNvPr id="402" name="Shape 400"/>
          <p:cNvSpPr/>
          <p:nvPr/>
        </p:nvSpPr>
        <p:spPr>
          <a:xfrm>
            <a:off x="1645920" y="126187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Text 401"/>
          <p:cNvSpPr/>
          <p:nvPr/>
        </p:nvSpPr>
        <p:spPr>
          <a:xfrm>
            <a:off x="164592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04" name="Text 402"/>
          <p:cNvSpPr/>
          <p:nvPr/>
        </p:nvSpPr>
        <p:spPr>
          <a:xfrm>
            <a:off x="219456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</a:rPr>
              <a:t>= Red</a:t>
            </a:r>
            <a:endParaRPr lang="en-US" sz="1300" dirty="0"/>
          </a:p>
        </p:txBody>
      </p:sp>
      <p:sp>
        <p:nvSpPr>
          <p:cNvPr id="405" name="Shape 403"/>
          <p:cNvSpPr/>
          <p:nvPr/>
        </p:nvSpPr>
        <p:spPr>
          <a:xfrm>
            <a:off x="3749040" y="1261872"/>
            <a:ext cx="502920" cy="502920"/>
          </a:xfrm>
          <a:prstGeom prst="ellipse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374904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07" name="Text 405"/>
          <p:cNvSpPr/>
          <p:nvPr/>
        </p:nvSpPr>
        <p:spPr>
          <a:xfrm>
            <a:off x="429768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</a:rPr>
              <a:t>= Blue</a:t>
            </a:r>
            <a:endParaRPr lang="en-US" sz="1300" dirty="0"/>
          </a:p>
        </p:txBody>
      </p:sp>
      <p:sp>
        <p:nvSpPr>
          <p:cNvPr id="408" name="Shape 406"/>
          <p:cNvSpPr/>
          <p:nvPr/>
        </p:nvSpPr>
        <p:spPr>
          <a:xfrm>
            <a:off x="5852160" y="1261872"/>
            <a:ext cx="502920" cy="50292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407"/>
          <p:cNvSpPr/>
          <p:nvPr/>
        </p:nvSpPr>
        <p:spPr>
          <a:xfrm>
            <a:off x="58521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10" name="Text 408"/>
          <p:cNvSpPr/>
          <p:nvPr/>
        </p:nvSpPr>
        <p:spPr>
          <a:xfrm>
            <a:off x="640080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</a:rPr>
              <a:t>= Yellow</a:t>
            </a:r>
            <a:endParaRPr lang="en-US" sz="1300" dirty="0"/>
          </a:p>
        </p:txBody>
      </p:sp>
      <p:sp>
        <p:nvSpPr>
          <p:cNvPr id="411" name="Shape 409"/>
          <p:cNvSpPr/>
          <p:nvPr/>
        </p:nvSpPr>
        <p:spPr>
          <a:xfrm>
            <a:off x="7955280" y="1261872"/>
            <a:ext cx="502920" cy="5029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Text 410"/>
          <p:cNvSpPr/>
          <p:nvPr/>
        </p:nvSpPr>
        <p:spPr>
          <a:xfrm>
            <a:off x="795528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13" name="Text 411"/>
          <p:cNvSpPr/>
          <p:nvPr/>
        </p:nvSpPr>
        <p:spPr>
          <a:xfrm>
            <a:off x="850392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</a:rPr>
              <a:t>= Green</a:t>
            </a:r>
            <a:endParaRPr lang="en-US" sz="1300" dirty="0"/>
          </a:p>
        </p:txBody>
      </p:sp>
      <p:sp>
        <p:nvSpPr>
          <p:cNvPr id="414" name="Shape 412"/>
          <p:cNvSpPr/>
          <p:nvPr/>
        </p:nvSpPr>
        <p:spPr>
          <a:xfrm>
            <a:off x="10058400" y="1261872"/>
            <a:ext cx="502920" cy="502920"/>
          </a:xfrm>
          <a:prstGeom prst="ellipse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3"/>
          <p:cNvSpPr/>
          <p:nvPr/>
        </p:nvSpPr>
        <p:spPr>
          <a:xfrm>
            <a:off x="1005840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16" name="Text 414"/>
          <p:cNvSpPr/>
          <p:nvPr/>
        </p:nvSpPr>
        <p:spPr>
          <a:xfrm>
            <a:off x="1060704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</a:rPr>
              <a:t>= Purple</a:t>
            </a:r>
            <a:endParaRPr lang="en-US" sz="1300" dirty="0"/>
          </a:p>
        </p:txBody>
      </p:sp>
      <p:sp>
        <p:nvSpPr>
          <p:cNvPr id="417" name="Shape 415"/>
          <p:cNvSpPr/>
          <p:nvPr/>
        </p:nvSpPr>
        <p:spPr>
          <a:xfrm>
            <a:off x="457200" y="2011680"/>
            <a:ext cx="1371600" cy="1371600"/>
          </a:xfrm>
          <a:prstGeom prst="ellipse">
            <a:avLst/>
          </a:prstGeom>
          <a:solidFill>
            <a:srgbClr val="FF6B6B">
              <a:alpha val="3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94183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Text 417"/>
          <p:cNvSpPr/>
          <p:nvPr/>
        </p:nvSpPr>
        <p:spPr>
          <a:xfrm>
            <a:off x="94183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1</a:t>
            </a:r>
            <a:endParaRPr lang="en-US" sz="1300" dirty="0"/>
          </a:p>
        </p:txBody>
      </p:sp>
      <p:sp>
        <p:nvSpPr>
          <p:cNvPr id="420" name="Shape 418"/>
          <p:cNvSpPr/>
          <p:nvPr/>
        </p:nvSpPr>
        <p:spPr>
          <a:xfrm>
            <a:off x="2011680" y="20116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FFE66D">
              <a:alpha val="35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249631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Text 420"/>
          <p:cNvSpPr/>
          <p:nvPr/>
        </p:nvSpPr>
        <p:spPr>
          <a:xfrm>
            <a:off x="249631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6D"/>
                </a:solidFill>
              </a:rPr>
              <a:t>3</a:t>
            </a:r>
            <a:endParaRPr lang="en-US" sz="1300" dirty="0"/>
          </a:p>
        </p:txBody>
      </p:sp>
      <p:sp>
        <p:nvSpPr>
          <p:cNvPr id="423" name="Text 421"/>
          <p:cNvSpPr/>
          <p:nvPr/>
        </p:nvSpPr>
        <p:spPr>
          <a:xfrm>
            <a:off x="356616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B894"/>
                </a:solidFill>
              </a:rPr>
              <a:t>▲</a:t>
            </a:r>
            <a:endParaRPr lang="en-US" sz="6000" dirty="0"/>
          </a:p>
        </p:txBody>
      </p:sp>
      <p:sp>
        <p:nvSpPr>
          <p:cNvPr id="424" name="Shape 422"/>
          <p:cNvSpPr/>
          <p:nvPr/>
        </p:nvSpPr>
        <p:spPr>
          <a:xfrm>
            <a:off x="405079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423"/>
          <p:cNvSpPr/>
          <p:nvPr/>
        </p:nvSpPr>
        <p:spPr>
          <a:xfrm>
            <a:off x="405079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</a:rPr>
              <a:t>4</a:t>
            </a:r>
            <a:endParaRPr lang="en-US" sz="1300" dirty="0"/>
          </a:p>
        </p:txBody>
      </p:sp>
      <p:sp>
        <p:nvSpPr>
          <p:cNvPr id="426" name="Shape 424"/>
          <p:cNvSpPr/>
          <p:nvPr/>
        </p:nvSpPr>
        <p:spPr>
          <a:xfrm>
            <a:off x="5120640" y="2011680"/>
            <a:ext cx="1371600" cy="1371600"/>
          </a:xfrm>
          <a:prstGeom prst="ellipse">
            <a:avLst/>
          </a:prstGeom>
          <a:solidFill>
            <a:srgbClr val="74B9FF">
              <a:alpha val="35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560527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Text 426"/>
          <p:cNvSpPr/>
          <p:nvPr/>
        </p:nvSpPr>
        <p:spPr>
          <a:xfrm>
            <a:off x="560527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B9FF"/>
                </a:solidFill>
              </a:rPr>
              <a:t>2</a:t>
            </a:r>
            <a:endParaRPr lang="en-US" sz="1300" dirty="0"/>
          </a:p>
        </p:txBody>
      </p:sp>
      <p:sp>
        <p:nvSpPr>
          <p:cNvPr id="429" name="Shape 427"/>
          <p:cNvSpPr/>
          <p:nvPr/>
        </p:nvSpPr>
        <p:spPr>
          <a:xfrm>
            <a:off x="6675120" y="20116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A29BFE">
              <a:alpha val="35000"/>
            </a:srgbClr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715975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Text 429"/>
          <p:cNvSpPr/>
          <p:nvPr/>
        </p:nvSpPr>
        <p:spPr>
          <a:xfrm>
            <a:off x="715975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9BFE"/>
                </a:solidFill>
              </a:rPr>
              <a:t>5</a:t>
            </a:r>
            <a:endParaRPr lang="en-US" sz="1300" dirty="0"/>
          </a:p>
        </p:txBody>
      </p:sp>
      <p:sp>
        <p:nvSpPr>
          <p:cNvPr id="432" name="Shape 430"/>
          <p:cNvSpPr/>
          <p:nvPr/>
        </p:nvSpPr>
        <p:spPr>
          <a:xfrm>
            <a:off x="8229600" y="2011680"/>
            <a:ext cx="1371600" cy="1371600"/>
          </a:xfrm>
          <a:prstGeom prst="ellipse">
            <a:avLst/>
          </a:prstGeom>
          <a:solidFill>
            <a:srgbClr val="00B894">
              <a:alpha val="35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71423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Text 432"/>
          <p:cNvSpPr/>
          <p:nvPr/>
        </p:nvSpPr>
        <p:spPr>
          <a:xfrm>
            <a:off x="871423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</a:rPr>
              <a:t>4</a:t>
            </a:r>
            <a:endParaRPr lang="en-US" sz="1300" dirty="0"/>
          </a:p>
        </p:txBody>
      </p:sp>
      <p:sp>
        <p:nvSpPr>
          <p:cNvPr id="435" name="Text 433"/>
          <p:cNvSpPr/>
          <p:nvPr/>
        </p:nvSpPr>
        <p:spPr>
          <a:xfrm>
            <a:off x="978408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6B6B"/>
                </a:solidFill>
              </a:rPr>
              <a:t>▲</a:t>
            </a:r>
            <a:endParaRPr lang="en-US" sz="6000" dirty="0"/>
          </a:p>
        </p:txBody>
      </p:sp>
      <p:sp>
        <p:nvSpPr>
          <p:cNvPr id="436" name="Shape 434"/>
          <p:cNvSpPr/>
          <p:nvPr/>
        </p:nvSpPr>
        <p:spPr>
          <a:xfrm>
            <a:off x="10268712" y="249631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Text 435"/>
          <p:cNvSpPr/>
          <p:nvPr/>
        </p:nvSpPr>
        <p:spPr>
          <a:xfrm>
            <a:off x="1026871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1</a:t>
            </a:r>
            <a:endParaRPr lang="en-US" sz="1300" dirty="0"/>
          </a:p>
        </p:txBody>
      </p:sp>
      <p:sp>
        <p:nvSpPr>
          <p:cNvPr id="438" name="Shape 436"/>
          <p:cNvSpPr/>
          <p:nvPr/>
        </p:nvSpPr>
        <p:spPr>
          <a:xfrm>
            <a:off x="457200" y="35661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74B9FF">
              <a:alpha val="35000"/>
            </a:srgbClr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94183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Text 438"/>
          <p:cNvSpPr/>
          <p:nvPr/>
        </p:nvSpPr>
        <p:spPr>
          <a:xfrm>
            <a:off x="94183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B9FF"/>
                </a:solidFill>
              </a:rPr>
              <a:t>2</a:t>
            </a:r>
            <a:endParaRPr lang="en-US" sz="1300" dirty="0"/>
          </a:p>
        </p:txBody>
      </p:sp>
      <p:sp>
        <p:nvSpPr>
          <p:cNvPr id="441" name="Shape 439"/>
          <p:cNvSpPr/>
          <p:nvPr/>
        </p:nvSpPr>
        <p:spPr>
          <a:xfrm>
            <a:off x="2011680" y="3566160"/>
            <a:ext cx="1371600" cy="1371600"/>
          </a:xfrm>
          <a:prstGeom prst="ellipse">
            <a:avLst/>
          </a:prstGeom>
          <a:solidFill>
            <a:srgbClr val="A29BFE">
              <a:alpha val="35000"/>
            </a:srgbClr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249631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Text 441"/>
          <p:cNvSpPr/>
          <p:nvPr/>
        </p:nvSpPr>
        <p:spPr>
          <a:xfrm>
            <a:off x="249631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9BFE"/>
                </a:solidFill>
              </a:rPr>
              <a:t>5</a:t>
            </a:r>
            <a:endParaRPr lang="en-US" sz="1300" dirty="0"/>
          </a:p>
        </p:txBody>
      </p:sp>
      <p:sp>
        <p:nvSpPr>
          <p:cNvPr id="444" name="Text 442"/>
          <p:cNvSpPr/>
          <p:nvPr/>
        </p:nvSpPr>
        <p:spPr>
          <a:xfrm>
            <a:off x="3566160" y="3566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E66D"/>
                </a:solidFill>
              </a:rPr>
              <a:t>▲</a:t>
            </a:r>
            <a:endParaRPr lang="en-US" sz="6000" dirty="0"/>
          </a:p>
        </p:txBody>
      </p:sp>
      <p:sp>
        <p:nvSpPr>
          <p:cNvPr id="445" name="Shape 443"/>
          <p:cNvSpPr/>
          <p:nvPr/>
        </p:nvSpPr>
        <p:spPr>
          <a:xfrm>
            <a:off x="405079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Text 444"/>
          <p:cNvSpPr/>
          <p:nvPr/>
        </p:nvSpPr>
        <p:spPr>
          <a:xfrm>
            <a:off x="405079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6D"/>
                </a:solidFill>
              </a:rPr>
              <a:t>3</a:t>
            </a:r>
            <a:endParaRPr lang="en-US" sz="1300" dirty="0"/>
          </a:p>
        </p:txBody>
      </p:sp>
      <p:sp>
        <p:nvSpPr>
          <p:cNvPr id="447" name="Shape 445"/>
          <p:cNvSpPr/>
          <p:nvPr/>
        </p:nvSpPr>
        <p:spPr>
          <a:xfrm>
            <a:off x="5120640" y="35661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FF6B6B">
              <a:alpha val="3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560527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Text 447"/>
          <p:cNvSpPr/>
          <p:nvPr/>
        </p:nvSpPr>
        <p:spPr>
          <a:xfrm>
            <a:off x="560527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1</a:t>
            </a:r>
            <a:endParaRPr lang="en-US" sz="1300" dirty="0"/>
          </a:p>
        </p:txBody>
      </p:sp>
      <p:sp>
        <p:nvSpPr>
          <p:cNvPr id="450" name="Shape 448"/>
          <p:cNvSpPr/>
          <p:nvPr/>
        </p:nvSpPr>
        <p:spPr>
          <a:xfrm>
            <a:off x="6675120" y="3566160"/>
            <a:ext cx="1371600" cy="1371600"/>
          </a:xfrm>
          <a:prstGeom prst="ellipse">
            <a:avLst/>
          </a:prstGeom>
          <a:solidFill>
            <a:srgbClr val="FFE66D">
              <a:alpha val="35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715975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Text 450"/>
          <p:cNvSpPr/>
          <p:nvPr/>
        </p:nvSpPr>
        <p:spPr>
          <a:xfrm>
            <a:off x="715975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6D"/>
                </a:solidFill>
              </a:rPr>
              <a:t>3</a:t>
            </a:r>
            <a:endParaRPr lang="en-US" sz="1300" dirty="0"/>
          </a:p>
        </p:txBody>
      </p:sp>
      <p:sp>
        <p:nvSpPr>
          <p:cNvPr id="453" name="Text 451"/>
          <p:cNvSpPr/>
          <p:nvPr/>
        </p:nvSpPr>
        <p:spPr>
          <a:xfrm>
            <a:off x="8229600" y="3566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A29BFE"/>
                </a:solidFill>
              </a:rPr>
              <a:t>▲</a:t>
            </a:r>
            <a:endParaRPr lang="en-US" sz="6000" dirty="0"/>
          </a:p>
        </p:txBody>
      </p:sp>
      <p:sp>
        <p:nvSpPr>
          <p:cNvPr id="454" name="Shape 452"/>
          <p:cNvSpPr/>
          <p:nvPr/>
        </p:nvSpPr>
        <p:spPr>
          <a:xfrm>
            <a:off x="871423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Text 453"/>
          <p:cNvSpPr/>
          <p:nvPr/>
        </p:nvSpPr>
        <p:spPr>
          <a:xfrm>
            <a:off x="871423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9BFE"/>
                </a:solidFill>
              </a:rPr>
              <a:t>5</a:t>
            </a:r>
            <a:endParaRPr lang="en-US" sz="1300" dirty="0"/>
          </a:p>
        </p:txBody>
      </p:sp>
      <p:sp>
        <p:nvSpPr>
          <p:cNvPr id="456" name="Shape 454"/>
          <p:cNvSpPr/>
          <p:nvPr/>
        </p:nvSpPr>
        <p:spPr>
          <a:xfrm>
            <a:off x="9784080" y="35661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00B894">
              <a:alpha val="35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0268712" y="40507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Text 456"/>
          <p:cNvSpPr/>
          <p:nvPr/>
        </p:nvSpPr>
        <p:spPr>
          <a:xfrm>
            <a:off x="10268712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</a:rPr>
              <a:t>4</a:t>
            </a:r>
            <a:endParaRPr lang="en-US" sz="1300" dirty="0"/>
          </a:p>
        </p:txBody>
      </p:sp>
      <p:sp>
        <p:nvSpPr>
          <p:cNvPr id="459" name="Shape 45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DFE6E9"/>
          </a:solidFill>
          <a:ln w="1270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45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</a:rPr>
              <a:t>© Fun Learning for Little Ones  ★  Pre-K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4864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54864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54864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54864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54864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54864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54864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54864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54864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-54864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54864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05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097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097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097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097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097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097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5389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5389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389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5389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5389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5389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389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389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5389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5389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389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5389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5389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5389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389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95681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5681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5681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5681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95681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95681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5681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95681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95681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5681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5681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5681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5681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5681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45973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5973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45973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45973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45973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5973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5973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45973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5973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5973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45973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45973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5973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45973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96265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96265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96265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6265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6265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6265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96265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96265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96265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6265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96265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96265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6265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96265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96265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46557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46557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6557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6557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6557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6557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46557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46557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46557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46557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46557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6557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6557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46557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6557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96849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96849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96849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96849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96849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96849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96849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96849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96849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96849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96849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96849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96849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47141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47141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47141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47141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47141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47141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7141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47141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47141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47141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7141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47141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447141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447141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47141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97433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97433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7433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97433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97433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7433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97433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97433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97433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97433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97433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97433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97433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97433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547725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47725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547725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47725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47725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47725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47725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7725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47725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7725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47725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47725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47725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547725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547725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8017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98017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98017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598017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98017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598017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598017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598017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98017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98017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98017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98017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98017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8017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98017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48309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48309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648309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648309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648309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648309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48309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648309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648309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648309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648309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648309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648309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648309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648309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698601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698601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698601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698601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98601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698601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698601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98601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98601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98601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98601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98601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48893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48893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48893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48893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48893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8893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48893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48893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48893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48893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48893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48893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48893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748893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748893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799185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799185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799185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799185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799185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99185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99185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99185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99185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99185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99185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99185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99185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99185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799185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49477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49477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849477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849477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849477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849477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849477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49477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849477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849477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849477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49477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849477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49477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49477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99769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99769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899769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899769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99769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99769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899769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899769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899769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899769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899769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899769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899769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950061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950061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950061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950061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950061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950061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950061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950061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950061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950061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950061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950061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950061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950061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950061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1000353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1000353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1000353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1000353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1000353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1000353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1000353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00353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000353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000353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000353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000353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1000353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1050645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50645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50645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1050645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50645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50645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1050645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50645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50645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1050645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1050645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50645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50645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050645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050645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100937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100937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100937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100937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100937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100937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100937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937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00937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00937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00937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00937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100937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100937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100937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151229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1151229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151229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51229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151229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151229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151229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151229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151229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51229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51229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151229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151229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151229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151229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201521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201521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201521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201521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201521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201521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201521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201521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201521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201521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201521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201521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201521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201521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201521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2518136" y="-54864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2518136" y="4480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2518136" y="9509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2518136" y="14538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2518136" y="19568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2518136" y="24597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2518136" y="29626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2518136" y="34655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2518136" y="39684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2518136" y="44714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2518136" y="497433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2518136" y="547725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2518136" y="598017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2518136" y="648309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2518136" y="6986016"/>
            <a:ext cx="109728" cy="109728"/>
          </a:xfrm>
          <a:prstGeom prst="ellipse">
            <a:avLst/>
          </a:prstGeom>
          <a:solidFill>
            <a:srgbClr val="DDD0FF">
              <a:alpha val="45000"/>
            </a:srgbClr>
          </a:solidFill>
          <a:ln w="12700">
            <a:solidFill>
              <a:srgbClr val="DDD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74320" y="73152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🔢 Fill in the Missing Number!</a:t>
            </a:r>
            <a:endParaRPr lang="en-US" sz="3200" dirty="0"/>
          </a:p>
        </p:txBody>
      </p:sp>
      <p:sp>
        <p:nvSpPr>
          <p:cNvPr id="394" name="Shape 392"/>
          <p:cNvSpPr/>
          <p:nvPr/>
        </p:nvSpPr>
        <p:spPr>
          <a:xfrm>
            <a:off x="1371600" y="658368"/>
            <a:ext cx="9418320" cy="347472"/>
          </a:xfrm>
          <a:prstGeom prst="roundRect">
            <a:avLst>
              <a:gd name="adj" fmla="val 26316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Text 393"/>
          <p:cNvSpPr/>
          <p:nvPr/>
        </p:nvSpPr>
        <p:spPr>
          <a:xfrm>
            <a:off x="1371600" y="6583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missing number in each blank!</a:t>
            </a:r>
            <a:endParaRPr lang="en-US" sz="1300" dirty="0"/>
          </a:p>
        </p:txBody>
      </p:sp>
      <p:sp>
        <p:nvSpPr>
          <p:cNvPr id="396" name="Text 394"/>
          <p:cNvSpPr/>
          <p:nvPr/>
        </p:nvSpPr>
        <p:spPr>
          <a:xfrm>
            <a:off x="1828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11814048" y="3657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8" name="Text 396"/>
          <p:cNvSpPr/>
          <p:nvPr/>
        </p:nvSpPr>
        <p:spPr>
          <a:xfrm>
            <a:off x="33832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399" name="Text 397"/>
          <p:cNvSpPr/>
          <p:nvPr/>
        </p:nvSpPr>
        <p:spPr>
          <a:xfrm>
            <a:off x="11494008" y="45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66D"/>
                </a:solidFill>
              </a:rPr>
              <a:t>★</a:t>
            </a:r>
            <a:endParaRPr lang="en-US" sz="1600" dirty="0"/>
          </a:p>
        </p:txBody>
      </p:sp>
      <p:sp>
        <p:nvSpPr>
          <p:cNvPr id="400" name="Shape 398"/>
          <p:cNvSpPr/>
          <p:nvPr/>
        </p:nvSpPr>
        <p:spPr>
          <a:xfrm>
            <a:off x="274320" y="1280160"/>
            <a:ext cx="116128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777240" y="1389888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Text 400"/>
          <p:cNvSpPr/>
          <p:nvPr/>
        </p:nvSpPr>
        <p:spPr>
          <a:xfrm>
            <a:off x="777240" y="138988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3600" dirty="0"/>
          </a:p>
        </p:txBody>
      </p:sp>
      <p:sp>
        <p:nvSpPr>
          <p:cNvPr id="403" name="Shape 401"/>
          <p:cNvSpPr/>
          <p:nvPr/>
        </p:nvSpPr>
        <p:spPr>
          <a:xfrm>
            <a:off x="2880360" y="1389888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Text 402"/>
          <p:cNvSpPr/>
          <p:nvPr/>
        </p:nvSpPr>
        <p:spPr>
          <a:xfrm>
            <a:off x="2880360" y="138988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3600" dirty="0"/>
          </a:p>
        </p:txBody>
      </p:sp>
      <p:sp>
        <p:nvSpPr>
          <p:cNvPr id="405" name="Shape 403"/>
          <p:cNvSpPr/>
          <p:nvPr/>
        </p:nvSpPr>
        <p:spPr>
          <a:xfrm>
            <a:off x="4983480" y="1389888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E66D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4"/>
          <p:cNvSpPr/>
          <p:nvPr/>
        </p:nvSpPr>
        <p:spPr>
          <a:xfrm>
            <a:off x="498348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675"/>
                </a:solidFill>
              </a:rPr>
              <a:t>___</a:t>
            </a:r>
            <a:endParaRPr lang="en-US" sz="2600" dirty="0"/>
          </a:p>
        </p:txBody>
      </p:sp>
      <p:sp>
        <p:nvSpPr>
          <p:cNvPr id="407" name="Shape 405"/>
          <p:cNvSpPr/>
          <p:nvPr/>
        </p:nvSpPr>
        <p:spPr>
          <a:xfrm>
            <a:off x="7086600" y="1389888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Text 406"/>
          <p:cNvSpPr/>
          <p:nvPr/>
        </p:nvSpPr>
        <p:spPr>
          <a:xfrm>
            <a:off x="7086600" y="138988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3600" dirty="0"/>
          </a:p>
        </p:txBody>
      </p:sp>
      <p:sp>
        <p:nvSpPr>
          <p:cNvPr id="409" name="Shape 407"/>
          <p:cNvSpPr/>
          <p:nvPr/>
        </p:nvSpPr>
        <p:spPr>
          <a:xfrm>
            <a:off x="9189720" y="1389888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Text 408"/>
          <p:cNvSpPr/>
          <p:nvPr/>
        </p:nvSpPr>
        <p:spPr>
          <a:xfrm>
            <a:off x="9189720" y="138988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3600" dirty="0"/>
          </a:p>
        </p:txBody>
      </p:sp>
      <p:sp>
        <p:nvSpPr>
          <p:cNvPr id="411" name="Shape 409"/>
          <p:cNvSpPr/>
          <p:nvPr/>
        </p:nvSpPr>
        <p:spPr>
          <a:xfrm>
            <a:off x="274320" y="2578608"/>
            <a:ext cx="116128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777240" y="2688336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4ECDC4">
              <a:alpha val="25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Text 411"/>
          <p:cNvSpPr/>
          <p:nvPr/>
        </p:nvSpPr>
        <p:spPr>
          <a:xfrm>
            <a:off x="777240" y="2688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3600" dirty="0"/>
          </a:p>
        </p:txBody>
      </p:sp>
      <p:sp>
        <p:nvSpPr>
          <p:cNvPr id="414" name="Shape 412"/>
          <p:cNvSpPr/>
          <p:nvPr/>
        </p:nvSpPr>
        <p:spPr>
          <a:xfrm>
            <a:off x="2880360" y="2688336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E66D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3"/>
          <p:cNvSpPr/>
          <p:nvPr/>
        </p:nvSpPr>
        <p:spPr>
          <a:xfrm>
            <a:off x="2880360" y="285292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675"/>
                </a:solidFill>
              </a:rPr>
              <a:t>___</a:t>
            </a:r>
            <a:endParaRPr lang="en-US" sz="2600" dirty="0"/>
          </a:p>
        </p:txBody>
      </p:sp>
      <p:sp>
        <p:nvSpPr>
          <p:cNvPr id="416" name="Shape 414"/>
          <p:cNvSpPr/>
          <p:nvPr/>
        </p:nvSpPr>
        <p:spPr>
          <a:xfrm>
            <a:off x="4983480" y="2688336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4ECDC4">
              <a:alpha val="25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415"/>
          <p:cNvSpPr/>
          <p:nvPr/>
        </p:nvSpPr>
        <p:spPr>
          <a:xfrm>
            <a:off x="4983480" y="2688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3600" dirty="0"/>
          </a:p>
        </p:txBody>
      </p:sp>
      <p:sp>
        <p:nvSpPr>
          <p:cNvPr id="418" name="Shape 416"/>
          <p:cNvSpPr/>
          <p:nvPr/>
        </p:nvSpPr>
        <p:spPr>
          <a:xfrm>
            <a:off x="7086600" y="2688336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4ECDC4">
              <a:alpha val="25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Text 417"/>
          <p:cNvSpPr/>
          <p:nvPr/>
        </p:nvSpPr>
        <p:spPr>
          <a:xfrm>
            <a:off x="7086600" y="2688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3600" dirty="0"/>
          </a:p>
        </p:txBody>
      </p:sp>
      <p:sp>
        <p:nvSpPr>
          <p:cNvPr id="420" name="Shape 418"/>
          <p:cNvSpPr/>
          <p:nvPr/>
        </p:nvSpPr>
        <p:spPr>
          <a:xfrm>
            <a:off x="9189720" y="2688336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4ECDC4">
              <a:alpha val="25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Text 419"/>
          <p:cNvSpPr/>
          <p:nvPr/>
        </p:nvSpPr>
        <p:spPr>
          <a:xfrm>
            <a:off x="9189720" y="2688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3600" dirty="0"/>
          </a:p>
        </p:txBody>
      </p:sp>
      <p:sp>
        <p:nvSpPr>
          <p:cNvPr id="422" name="Shape 420"/>
          <p:cNvSpPr/>
          <p:nvPr/>
        </p:nvSpPr>
        <p:spPr>
          <a:xfrm>
            <a:off x="274320" y="3877056"/>
            <a:ext cx="116128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D7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777240" y="3986784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79A8">
              <a:alpha val="25000"/>
            </a:srgbClr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Text 422"/>
          <p:cNvSpPr/>
          <p:nvPr/>
        </p:nvSpPr>
        <p:spPr>
          <a:xfrm>
            <a:off x="777240" y="398678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3600" dirty="0"/>
          </a:p>
        </p:txBody>
      </p:sp>
      <p:sp>
        <p:nvSpPr>
          <p:cNvPr id="425" name="Shape 423"/>
          <p:cNvSpPr/>
          <p:nvPr/>
        </p:nvSpPr>
        <p:spPr>
          <a:xfrm>
            <a:off x="2880360" y="3986784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79A8">
              <a:alpha val="25000"/>
            </a:srgbClr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Text 424"/>
          <p:cNvSpPr/>
          <p:nvPr/>
        </p:nvSpPr>
        <p:spPr>
          <a:xfrm>
            <a:off x="2880360" y="398678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3600" dirty="0"/>
          </a:p>
        </p:txBody>
      </p:sp>
      <p:sp>
        <p:nvSpPr>
          <p:cNvPr id="427" name="Shape 425"/>
          <p:cNvSpPr/>
          <p:nvPr/>
        </p:nvSpPr>
        <p:spPr>
          <a:xfrm>
            <a:off x="4983480" y="3986784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79A8">
              <a:alpha val="25000"/>
            </a:srgbClr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Text 426"/>
          <p:cNvSpPr/>
          <p:nvPr/>
        </p:nvSpPr>
        <p:spPr>
          <a:xfrm>
            <a:off x="4983480" y="398678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3600" dirty="0"/>
          </a:p>
        </p:txBody>
      </p:sp>
      <p:sp>
        <p:nvSpPr>
          <p:cNvPr id="429" name="Shape 427"/>
          <p:cNvSpPr/>
          <p:nvPr/>
        </p:nvSpPr>
        <p:spPr>
          <a:xfrm>
            <a:off x="7086600" y="3986784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E66D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428"/>
          <p:cNvSpPr/>
          <p:nvPr/>
        </p:nvSpPr>
        <p:spPr>
          <a:xfrm>
            <a:off x="7086600" y="41513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675"/>
                </a:solidFill>
              </a:rPr>
              <a:t>___</a:t>
            </a:r>
            <a:endParaRPr lang="en-US" sz="2600" dirty="0"/>
          </a:p>
        </p:txBody>
      </p:sp>
      <p:sp>
        <p:nvSpPr>
          <p:cNvPr id="431" name="Shape 429"/>
          <p:cNvSpPr/>
          <p:nvPr/>
        </p:nvSpPr>
        <p:spPr>
          <a:xfrm>
            <a:off x="9189720" y="3986784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79A8">
              <a:alpha val="25000"/>
            </a:srgbClr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Text 430"/>
          <p:cNvSpPr/>
          <p:nvPr/>
        </p:nvSpPr>
        <p:spPr>
          <a:xfrm>
            <a:off x="9189720" y="398678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3600" dirty="0"/>
          </a:p>
        </p:txBody>
      </p:sp>
      <p:sp>
        <p:nvSpPr>
          <p:cNvPr id="433" name="Shape 431"/>
          <p:cNvSpPr/>
          <p:nvPr/>
        </p:nvSpPr>
        <p:spPr>
          <a:xfrm>
            <a:off x="274320" y="5175504"/>
            <a:ext cx="116128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DC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777240" y="5285232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CB6E">
              <a:alpha val="25000"/>
            </a:srgbClr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Text 433"/>
          <p:cNvSpPr/>
          <p:nvPr/>
        </p:nvSpPr>
        <p:spPr>
          <a:xfrm>
            <a:off x="777240" y="528523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3600" dirty="0"/>
          </a:p>
        </p:txBody>
      </p:sp>
      <p:sp>
        <p:nvSpPr>
          <p:cNvPr id="436" name="Shape 434"/>
          <p:cNvSpPr/>
          <p:nvPr/>
        </p:nvSpPr>
        <p:spPr>
          <a:xfrm>
            <a:off x="2880360" y="5285232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E66D"/>
          </a:solidFill>
          <a:ln w="12700">
            <a:solidFill>
              <a:srgbClr val="FF7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Text 435"/>
          <p:cNvSpPr/>
          <p:nvPr/>
        </p:nvSpPr>
        <p:spPr>
          <a:xfrm>
            <a:off x="2880360" y="544982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675"/>
                </a:solidFill>
              </a:rPr>
              <a:t>___</a:t>
            </a:r>
            <a:endParaRPr lang="en-US" sz="2600" dirty="0"/>
          </a:p>
        </p:txBody>
      </p:sp>
      <p:sp>
        <p:nvSpPr>
          <p:cNvPr id="438" name="Shape 436"/>
          <p:cNvSpPr/>
          <p:nvPr/>
        </p:nvSpPr>
        <p:spPr>
          <a:xfrm>
            <a:off x="4983480" y="5285232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CB6E">
              <a:alpha val="25000"/>
            </a:srgbClr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Text 437"/>
          <p:cNvSpPr/>
          <p:nvPr/>
        </p:nvSpPr>
        <p:spPr>
          <a:xfrm>
            <a:off x="4983480" y="528523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3600" dirty="0"/>
          </a:p>
        </p:txBody>
      </p:sp>
      <p:sp>
        <p:nvSpPr>
          <p:cNvPr id="440" name="Shape 438"/>
          <p:cNvSpPr/>
          <p:nvPr/>
        </p:nvSpPr>
        <p:spPr>
          <a:xfrm>
            <a:off x="7086600" y="5285232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CB6E">
              <a:alpha val="25000"/>
            </a:srgbClr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Text 439"/>
          <p:cNvSpPr/>
          <p:nvPr/>
        </p:nvSpPr>
        <p:spPr>
          <a:xfrm>
            <a:off x="7086600" y="528523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</a:t>
            </a:r>
            <a:endParaRPr lang="en-US" sz="3600" dirty="0"/>
          </a:p>
        </p:txBody>
      </p:sp>
      <p:sp>
        <p:nvSpPr>
          <p:cNvPr id="442" name="Shape 440"/>
          <p:cNvSpPr/>
          <p:nvPr/>
        </p:nvSpPr>
        <p:spPr>
          <a:xfrm>
            <a:off x="9189720" y="5285232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DCB6E">
              <a:alpha val="25000"/>
            </a:srgbClr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Text 441"/>
          <p:cNvSpPr/>
          <p:nvPr/>
        </p:nvSpPr>
        <p:spPr>
          <a:xfrm>
            <a:off x="9189720" y="528523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43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25</a:t>
            </a:r>
            <a:endParaRPr lang="en-US" sz="3600" dirty="0"/>
          </a:p>
        </p:txBody>
      </p:sp>
      <p:sp>
        <p:nvSpPr>
          <p:cNvPr id="444" name="Shape 442"/>
          <p:cNvSpPr/>
          <p:nvPr/>
        </p:nvSpPr>
        <p:spPr>
          <a:xfrm>
            <a:off x="1828800" y="6400800"/>
            <a:ext cx="8503920" cy="0"/>
          </a:xfrm>
          <a:prstGeom prst="roundRect">
            <a:avLst>
              <a:gd name="adj" fmla="val Infinity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42064" cy="6638544"/>
          </a:xfrm>
          <a:prstGeom prst="rect">
            <a:avLst/>
          </a:prstGeom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19456" y="219456"/>
            <a:ext cx="11722608" cy="6419088"/>
          </a:xfrm>
          <a:prstGeom prst="rect">
            <a:avLst/>
          </a:prstGeom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9184" y="329184"/>
            <a:ext cx="11503152" cy="6199632"/>
          </a:xfrm>
          <a:prstGeom prst="rect">
            <a:avLst/>
          </a:prstGeom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" y="438912"/>
            <a:ext cx="11283696" cy="5980176"/>
          </a:xfrm>
          <a:prstGeom prst="rect">
            <a:avLst/>
          </a:prstGeom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E66D"/>
                </a:solidFill>
              </a:rPr>
              <a:t>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6128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E66D"/>
                </a:solidFill>
              </a:rPr>
              <a:t>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" y="6309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E66D"/>
                </a:solidFill>
              </a:rPr>
              <a:t>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612880" y="6309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E66D"/>
                </a:solidFill>
              </a:rPr>
              <a:t>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E66D"/>
                </a:solidFill>
              </a:rPr>
              <a:t>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52160" y="6309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E66D"/>
                </a:solidFill>
              </a:rPr>
              <a:t>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40680" y="36576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000000"/>
                </a:solidFill>
              </a:rPr>
              <a:t>🏆</a:t>
            </a:r>
            <a:endParaRPr lang="en-US" sz="6200" dirty="0"/>
          </a:p>
        </p:txBody>
      </p:sp>
      <p:sp>
        <p:nvSpPr>
          <p:cNvPr id="13" name="Shape 11"/>
          <p:cNvSpPr/>
          <p:nvPr/>
        </p:nvSpPr>
        <p:spPr>
          <a:xfrm>
            <a:off x="1371600" y="1417320"/>
            <a:ext cx="9418320" cy="914400"/>
          </a:xfrm>
          <a:prstGeom prst="roundRect">
            <a:avLst>
              <a:gd name="adj" fmla="val 14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14173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Super Star Learner! 🌟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D3436"/>
                </a:solidFill>
              </a:rPr>
              <a:t>This certificate is proudly awarded to: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0" y="2834640"/>
            <a:ext cx="7589520" cy="594360"/>
          </a:xfrm>
          <a:prstGeom prst="roundRect">
            <a:avLst>
              <a:gd name="adj" fmla="val 15385"/>
            </a:avLst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28346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</a:rPr>
              <a:t>____________________________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36E72"/>
                </a:solidFill>
              </a:rPr>
              <a:t>for completing all the fun learning games! 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E66D"/>
                </a:solidFill>
              </a:rPr>
              <a:t>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257800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E66D"/>
                </a:solidFill>
              </a:rPr>
              <a:t>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806440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E66D"/>
                </a:solidFill>
              </a:rPr>
              <a:t>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E66D"/>
                </a:solidFill>
              </a:rPr>
              <a:t>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03720" y="39136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E66D"/>
                </a:solidFill>
              </a:rPr>
              <a:t>★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31520" y="4370832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DC4"/>
                </a:solidFill>
              </a:rPr>
              <a:t>My Scores 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4754880"/>
            <a:ext cx="1737360" cy="804672"/>
          </a:xfrm>
          <a:prstGeom prst="roundRect">
            <a:avLst>
              <a:gd name="adj" fmla="val 11364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★★★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70632" y="4754880"/>
            <a:ext cx="1737360" cy="804672"/>
          </a:xfrm>
          <a:prstGeom prst="roundRect">
            <a:avLst>
              <a:gd name="adj" fmla="val 11364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70632" y="47548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Colors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72584" y="4754880"/>
            <a:ext cx="1737360" cy="804672"/>
          </a:xfrm>
          <a:prstGeom prst="roundRect">
            <a:avLst>
              <a:gd name="adj" fmla="val 11364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72584" y="47548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Letters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74536" y="4754880"/>
            <a:ext cx="1737360" cy="804672"/>
          </a:xfrm>
          <a:prstGeom prst="roundRect">
            <a:avLst>
              <a:gd name="adj" fmla="val 11364"/>
            </a:avLst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74536" y="47548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Shapes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76488" y="4754880"/>
            <a:ext cx="1737360" cy="804672"/>
          </a:xfrm>
          <a:prstGeom prst="roundRect">
            <a:avLst>
              <a:gd name="adj" fmla="val 11364"/>
            </a:avLst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76488" y="47548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Patterns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378440" y="4754880"/>
            <a:ext cx="1737360" cy="804672"/>
          </a:xfrm>
          <a:prstGeom prst="roundRect">
            <a:avLst>
              <a:gd name="adj" fmla="val 11364"/>
            </a:avLst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378440" y="47548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Numbers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0" y="5989320"/>
            <a:ext cx="9418320" cy="502920"/>
          </a:xfrm>
          <a:prstGeom prst="roundRect">
            <a:avLst>
              <a:gd name="adj" fmla="val 21818"/>
            </a:avLst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71600" y="59893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🎉  Great Job! You Did It! You're a Star!  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Widescreen</PresentationFormat>
  <Paragraphs>331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 Learning Games for Kids - Pre-K</dc:title>
  <dc:subject>PptxGenJS Presentation</dc:subject>
  <dc:creator>PptxGenJS</dc:creator>
  <cp:lastModifiedBy>ahmed nasser</cp:lastModifiedBy>
  <cp:revision>2</cp:revision>
  <dcterms:created xsi:type="dcterms:W3CDTF">2026-04-18T15:11:01Z</dcterms:created>
  <dcterms:modified xsi:type="dcterms:W3CDTF">2026-04-20T14:27:11Z</dcterms:modified>
</cp:coreProperties>
</file>